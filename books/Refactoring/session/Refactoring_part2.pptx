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1" r:id="rId1"/>
  </p:sldMasterIdLst>
  <p:notesMasterIdLst>
    <p:notesMasterId r:id="rId5"/>
  </p:notesMasterIdLst>
  <p:sldIdLst>
    <p:sldId id="256" r:id="rId2"/>
    <p:sldId id="260" r:id="rId3"/>
    <p:sldId id="277" r:id="rId4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159"/>
    <p:restoredTop sz="94626"/>
  </p:normalViewPr>
  <p:slideViewPr>
    <p:cSldViewPr snapToGrid="0" snapToObjects="1">
      <p:cViewPr varScale="1">
        <p:scale>
          <a:sx n="101" d="100"/>
          <a:sy n="101" d="100"/>
        </p:scale>
        <p:origin x="224" y="61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7383F5-6C25-4144-BB9C-7D6DC74B2771}" type="datetimeFigureOut">
              <a:rPr lang="en-CN" smtClean="0"/>
              <a:t>2021/5/18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577713-C50F-0A49-B6B5-BF3553DE71B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10389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A7AF6-028C-5E47-813F-E35EABFC56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009D8B-189E-EA4A-A537-BFE190504A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17FDA-522C-E646-A12C-90DA654C3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1EC24-67D7-F647-A9BD-542708036C5D}" type="datetimeFigureOut">
              <a:rPr lang="en-CN" smtClean="0"/>
              <a:t>2021/5/18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35DC4-5BEE-534F-8EBD-C37394E21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BF26D-41FC-264D-BA62-1D2A9BE49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076B-0095-FB49-9114-F58B457BDF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15961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C8CD9-8500-944D-BE12-FBA99A1EC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1A85D-9E3B-CD4B-9217-E3E9ECA430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251E9-3464-3647-A484-1D2D8C6FC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1EC24-67D7-F647-A9BD-542708036C5D}" type="datetimeFigureOut">
              <a:rPr lang="en-CN" smtClean="0"/>
              <a:t>2021/5/18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8DF4C-1A57-B442-A89D-552984917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3030C-8358-FB4A-AB30-7F39E6AD4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076B-0095-FB49-9114-F58B457BDF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57924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D462A-A74F-1F4C-96EA-5812A70BA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8548DC-4B58-F046-A3FD-577DF4B081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CDF7F-B229-8B41-9180-415724633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1EC24-67D7-F647-A9BD-542708036C5D}" type="datetimeFigureOut">
              <a:rPr lang="en-CN" smtClean="0"/>
              <a:t>2021/5/18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13D640-0217-3544-B4E3-9D8D5C104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8E49D-74D7-5F4D-A4C2-0C8657EEB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076B-0095-FB49-9114-F58B457BDF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74017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18122-6F6B-F24B-9C42-F904FE9AD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EFCDB-6CAB-5940-A4B1-ED03AC4DAE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D0D475-0626-2F44-8DCC-2A091A017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2DB2B8-9C48-7942-93A6-27E662D5B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1EC24-67D7-F647-A9BD-542708036C5D}" type="datetimeFigureOut">
              <a:rPr lang="en-CN" smtClean="0"/>
              <a:t>2021/5/18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9A665-1850-2A49-AEED-73133BE0D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A10100-009F-9641-95B1-F74F30515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076B-0095-FB49-9114-F58B457BDF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75534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F5651-590C-FD4B-A1D6-E69CEFA71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448EFD-B135-5F41-A488-C6B78C05B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C1EFD7-CF8A-B641-8351-B547E26ECE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022FC0-9C99-864C-A45E-D1530F0432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D15AC3-797E-2F4D-A642-67577FD704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8E9284-1FCA-D14B-89D5-5EB0B3BCF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1EC24-67D7-F647-A9BD-542708036C5D}" type="datetimeFigureOut">
              <a:rPr lang="en-CN" smtClean="0"/>
              <a:t>2021/5/18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A89D1B-7D79-1C4B-8C53-F720E8E04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3BAB01-86DB-F44F-8C06-A2EF9537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076B-0095-FB49-9114-F58B457BDF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77830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24F4A-4AEC-1340-8C4E-A8E830D56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EBF115-C6DF-F94D-B376-2CDFC88CC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1EC24-67D7-F647-A9BD-542708036C5D}" type="datetimeFigureOut">
              <a:rPr lang="en-CN" smtClean="0"/>
              <a:t>2021/5/18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EEF076-DAE6-414C-ADB6-9842B9F7F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884307-273D-A043-8F56-C125911B1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076B-0095-FB49-9114-F58B457BDF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8759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D80646-30A3-7B4B-A301-02ED88D34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1EC24-67D7-F647-A9BD-542708036C5D}" type="datetimeFigureOut">
              <a:rPr lang="en-CN" smtClean="0"/>
              <a:t>2021/5/18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0B1B98-1E39-DC44-8586-2C783DDD7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C18E14-38A1-E94E-AC65-94F7F1847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076B-0095-FB49-9114-F58B457BDF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96597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2E812-7DE4-FF47-A33C-79817B1EF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5770F-9D79-D24D-974E-6CB157391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6BBCDA-85B3-DC45-A667-B8D9F91841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C81228-C5E0-9B40-80EE-187E8F615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1EC24-67D7-F647-A9BD-542708036C5D}" type="datetimeFigureOut">
              <a:rPr lang="en-CN" smtClean="0"/>
              <a:t>2021/5/18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57CFF2-AD47-D948-AAC1-F63D2C93B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9DD4D-A3EF-744E-867D-301084E80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076B-0095-FB49-9114-F58B457BDF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94541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02F19-98E0-B64C-9050-AD40493AA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D063A5-62E6-BB49-A1C2-F6BD6CAA61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A16733-8D39-8A42-BA35-FE272D7240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32013C-DD5C-CA43-83FE-3A99D70B7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1EC24-67D7-F647-A9BD-542708036C5D}" type="datetimeFigureOut">
              <a:rPr lang="en-CN" smtClean="0"/>
              <a:t>2021/5/18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7B93D4-6FCE-C945-A567-9C948B4AA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61BC20-DFE4-FB42-BAF8-3A03ADA37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076B-0095-FB49-9114-F58B457BDF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4418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5977F-3603-2249-99D3-E9635BC0B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F18ABE-6566-4542-A034-45030A87C4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EDDF5-16D1-9F4D-B524-09AB20C09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1EC24-67D7-F647-A9BD-542708036C5D}" type="datetimeFigureOut">
              <a:rPr lang="en-CN" smtClean="0"/>
              <a:t>2021/5/18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E5193-4E2B-604A-8798-E66F1639C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5AD77-E3A3-BF46-A130-8B0EBAE83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076B-0095-FB49-9114-F58B457BDF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66193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30B886-60CF-AC43-B093-17F4C4BBBF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79B817-40D1-0740-AFE8-732B5A2BAC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E1C801-C00E-2441-9D66-717D12001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1EC24-67D7-F647-A9BD-542708036C5D}" type="datetimeFigureOut">
              <a:rPr lang="en-CN" smtClean="0"/>
              <a:t>2021/5/18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AF16F9-18BE-DE4C-A3D3-FF6682050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7BC4C-1EC4-454E-9AFB-D99E58702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076B-0095-FB49-9114-F58B457BDF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64643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03A112-BF97-B64F-9C07-4CB6117FB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4B409C-E202-5F41-8311-34FBD284C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694A3E-B8B1-7847-9E34-BAFD0CBA5E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81EC24-67D7-F647-A9BD-542708036C5D}" type="datetimeFigureOut">
              <a:rPr lang="en-CN" smtClean="0"/>
              <a:t>2021/5/18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22539-E008-444D-A8B4-0CCCBC6191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2F4FB-3E1A-534B-B721-E4A94C780F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5D076B-0095-FB49-9114-F58B457BDF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19530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59796-662F-284C-96D6-D6D5468CF4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4642" y="2353641"/>
            <a:ext cx="5782716" cy="2150719"/>
          </a:xfrm>
          <a:noFill/>
        </p:spPr>
        <p:txBody>
          <a:bodyPr anchor="ctr">
            <a:normAutofit/>
          </a:bodyPr>
          <a:lstStyle/>
          <a:p>
            <a:r>
              <a:rPr lang="en-US" sz="3600" dirty="0">
                <a:solidFill>
                  <a:srgbClr val="080808"/>
                </a:solidFill>
              </a:rPr>
              <a:t>Refactoring</a:t>
            </a:r>
            <a:br>
              <a:rPr lang="en-US" sz="3600" dirty="0">
                <a:solidFill>
                  <a:srgbClr val="080808"/>
                </a:solidFill>
              </a:rPr>
            </a:br>
            <a:r>
              <a:rPr lang="en-US" sz="3600" dirty="0">
                <a:solidFill>
                  <a:srgbClr val="080808"/>
                </a:solidFill>
              </a:rPr>
              <a:t>Part2</a:t>
            </a:r>
            <a:endParaRPr lang="en-CN" sz="3600" dirty="0">
              <a:solidFill>
                <a:srgbClr val="080808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39CD77-DD5E-B44C-8C2D-EE92A0D900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39633" y="4518923"/>
            <a:ext cx="3312734" cy="1141851"/>
          </a:xfrm>
          <a:noFill/>
        </p:spPr>
        <p:txBody>
          <a:bodyPr>
            <a:normAutofit/>
          </a:bodyPr>
          <a:lstStyle/>
          <a:p>
            <a:r>
              <a:rPr lang="en-US" sz="1100" b="1" dirty="0">
                <a:solidFill>
                  <a:srgbClr val="080808"/>
                </a:solidFill>
              </a:rPr>
              <a:t>Improve the design of existing code</a:t>
            </a:r>
            <a:endParaRPr lang="en-US" sz="1100" dirty="0">
              <a:solidFill>
                <a:srgbClr val="080808"/>
              </a:solidFill>
            </a:endParaRPr>
          </a:p>
          <a:p>
            <a:r>
              <a:rPr lang="en-US" sz="1100" b="1" dirty="0">
                <a:solidFill>
                  <a:srgbClr val="080808"/>
                </a:solidFill>
              </a:rPr>
              <a:t>Martin  Flower</a:t>
            </a:r>
            <a:endParaRPr lang="en-US" sz="1100" dirty="0">
              <a:solidFill>
                <a:srgbClr val="080808"/>
              </a:solidFill>
            </a:endParaRPr>
          </a:p>
          <a:p>
            <a:endParaRPr lang="en-CN" sz="1100" dirty="0">
              <a:solidFill>
                <a:srgbClr val="080808"/>
              </a:solidFill>
            </a:endParaRPr>
          </a:p>
          <a:p>
            <a:r>
              <a:rPr lang="en-US" sz="1100" dirty="0">
                <a:solidFill>
                  <a:srgbClr val="080808"/>
                </a:solidFill>
              </a:rPr>
              <a:t>Vicky, 2020/5/17</a:t>
            </a:r>
          </a:p>
          <a:p>
            <a:endParaRPr lang="en-CN" sz="1100" dirty="0">
              <a:solidFill>
                <a:srgbClr val="08080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9295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51E48-0CAE-E940-98C2-89A578546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effectLst/>
              </a:rPr>
              <a:t>重构手法 </a:t>
            </a:r>
            <a:r>
              <a:rPr lang="en-US" altLang="zh-CN" b="1" dirty="0">
                <a:effectLst/>
              </a:rPr>
              <a:t>–</a:t>
            </a:r>
            <a:r>
              <a:rPr lang="zh-CN" altLang="en-US" b="1" dirty="0">
                <a:effectLst/>
              </a:rPr>
              <a:t> </a:t>
            </a:r>
            <a:r>
              <a:rPr lang="en-US" altLang="zh-CN" b="1" dirty="0">
                <a:effectLst/>
              </a:rPr>
              <a:t>C6 </a:t>
            </a:r>
            <a:r>
              <a:rPr lang="zh-CN" altLang="en-US" b="1" dirty="0"/>
              <a:t>重新组织函数</a:t>
            </a:r>
            <a:endParaRPr lang="zh-CN" altLang="en-US" b="1" dirty="0">
              <a:effectLst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942D3C2-543F-1942-9709-825BBAE9B5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1618635"/>
              </p:ext>
            </p:extLst>
          </p:nvPr>
        </p:nvGraphicFramePr>
        <p:xfrm>
          <a:off x="838200" y="1825625"/>
          <a:ext cx="10515601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944">
                  <a:extLst>
                    <a:ext uri="{9D8B030D-6E8A-4147-A177-3AD203B41FA5}">
                      <a16:colId xmlns:a16="http://schemas.microsoft.com/office/drawing/2014/main" val="745997973"/>
                    </a:ext>
                  </a:extLst>
                </a:gridCol>
                <a:gridCol w="6433456">
                  <a:extLst>
                    <a:ext uri="{9D8B030D-6E8A-4147-A177-3AD203B41FA5}">
                      <a16:colId xmlns:a16="http://schemas.microsoft.com/office/drawing/2014/main" val="2647250386"/>
                    </a:ext>
                  </a:extLst>
                </a:gridCol>
                <a:gridCol w="3505201">
                  <a:extLst>
                    <a:ext uri="{9D8B030D-6E8A-4147-A177-3AD203B41FA5}">
                      <a16:colId xmlns:a16="http://schemas.microsoft.com/office/drawing/2014/main" val="445573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C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b="1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b="1" dirty="0"/>
                        <a:t>Desc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3473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Extract Method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（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110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提炼函数</a:t>
                      </a:r>
                      <a:endParaRPr lang="en-CN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6465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Inline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内联函数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752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Inline Temp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内联临时变量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740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Replace Temp with Query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以查询取代临时变量</a:t>
                      </a:r>
                      <a:endParaRPr lang="en-US" altLang="zh-CN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658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Introduce Explain Variable（124）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引入解释性变量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9005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Split Temporary 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分解临时变量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2965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Remove Assignments to 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移除对参数的赋值动作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8258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Replace Method with Method 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以函数对象取代函数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5112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Substitute 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替换算法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24953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1605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DA73D-AA5F-EB49-9F92-A8D27E4B6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重构手法 </a:t>
            </a:r>
            <a:r>
              <a:rPr lang="en-US" altLang="zh-CN" b="1" dirty="0"/>
              <a:t>–</a:t>
            </a:r>
            <a:r>
              <a:rPr lang="zh-CN" altLang="en-US" b="1" dirty="0"/>
              <a:t> </a:t>
            </a:r>
            <a:r>
              <a:rPr lang="en-US" altLang="zh-CN" b="1" dirty="0"/>
              <a:t>C7 </a:t>
            </a:r>
            <a:r>
              <a:rPr lang="zh-CN" altLang="en-US" b="1" dirty="0"/>
              <a:t>在对象之间搬移特性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EB49EEE-DB8D-7C4D-A7F4-BC05235C2F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639223"/>
              </p:ext>
            </p:extLst>
          </p:nvPr>
        </p:nvGraphicFramePr>
        <p:xfrm>
          <a:off x="838200" y="1825625"/>
          <a:ext cx="10515601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925">
                  <a:extLst>
                    <a:ext uri="{9D8B030D-6E8A-4147-A177-3AD203B41FA5}">
                      <a16:colId xmlns:a16="http://schemas.microsoft.com/office/drawing/2014/main" val="1687716590"/>
                    </a:ext>
                  </a:extLst>
                </a:gridCol>
                <a:gridCol w="6514475">
                  <a:extLst>
                    <a:ext uri="{9D8B030D-6E8A-4147-A177-3AD203B41FA5}">
                      <a16:colId xmlns:a16="http://schemas.microsoft.com/office/drawing/2014/main" val="1189903508"/>
                    </a:ext>
                  </a:extLst>
                </a:gridCol>
                <a:gridCol w="3505201">
                  <a:extLst>
                    <a:ext uri="{9D8B030D-6E8A-4147-A177-3AD203B41FA5}">
                      <a16:colId xmlns:a16="http://schemas.microsoft.com/office/drawing/2014/main" val="42920559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Desc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1617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Move Method (142)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搬移函数</a:t>
                      </a:r>
                      <a:endParaRPr lang="en-US" altLang="zh-CN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6861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Move Field (146)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搬移字段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0323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Extact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Class(149)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提炼类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874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Inline Class Class(149)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提炼类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1429168"/>
                  </a:ext>
                </a:extLst>
              </a:tr>
              <a:tr h="3525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Hide Delegate(159)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隐藏“委托关系”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0769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N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Remove Middle Man()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移除中间人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1351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7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Introduce Foreign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引入外加函数</a:t>
                      </a:r>
                      <a:r>
                        <a:rPr lang="zh-CN" altLang="en-US" dirty="0"/>
                        <a:t>（</a:t>
                      </a:r>
                      <a:r>
                        <a:rPr lang="en-US" altLang="zh-CN" dirty="0"/>
                        <a:t>C++</a:t>
                      </a:r>
                      <a:r>
                        <a:rPr lang="zh-CN" altLang="en-US" dirty="0"/>
                        <a:t>）</a:t>
                      </a:r>
                      <a:endParaRPr lang="en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910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8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Introduce Local Extension(164)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引入本地函数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38006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6832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722</TotalTime>
  <Words>167</Words>
  <Application>Microsoft Macintosh PowerPoint</Application>
  <PresentationFormat>Widescreen</PresentationFormat>
  <Paragraphs>53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Refactoring Part2</vt:lpstr>
      <vt:lpstr>重构手法 – C6 重新组织函数</vt:lpstr>
      <vt:lpstr>重构手法 – C7 在对象之间搬移特性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Refactoring </dc:title>
  <dc:creator>kf</dc:creator>
  <cp:lastModifiedBy>kf</cp:lastModifiedBy>
  <cp:revision>165</cp:revision>
  <dcterms:created xsi:type="dcterms:W3CDTF">2020-07-29T06:29:03Z</dcterms:created>
  <dcterms:modified xsi:type="dcterms:W3CDTF">2021-05-18T02:32:46Z</dcterms:modified>
</cp:coreProperties>
</file>