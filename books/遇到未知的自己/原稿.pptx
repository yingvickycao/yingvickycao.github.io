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86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50000"/>
                      <a:satMod val="300000"/>
                    </a:schemeClr>
                  </a:gs>
                  <a:gs pos="35000">
                    <a:schemeClr val="accent1">
                      <a:tint val="37000"/>
                      <a:satMod val="300000"/>
                    </a:schemeClr>
                  </a:gs>
                  <a:gs pos="100000">
                    <a:schemeClr val="accent1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50000"/>
                      <a:satMod val="300000"/>
                    </a:schemeClr>
                  </a:gs>
                  <a:gs pos="35000">
                    <a:schemeClr val="accent2">
                      <a:tint val="37000"/>
                      <a:satMod val="300000"/>
                    </a:schemeClr>
                  </a:gs>
                  <a:gs pos="100000">
                    <a:schemeClr val="accent2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Sheet2!$G$8:$G$9</c:f>
              <c:strCache>
                <c:ptCount val="2"/>
                <c:pt idx="0">
                  <c:v>表意识</c:v>
                </c:pt>
                <c:pt idx="1">
                  <c:v>潜意识</c:v>
                </c:pt>
              </c:strCache>
            </c:strRef>
          </c:cat>
          <c:val>
            <c:numRef>
              <c:f>Sheet2!$H$8:$H$9</c:f>
              <c:numCache>
                <c:formatCode>0%</c:formatCode>
                <c:ptCount val="2"/>
                <c:pt idx="0">
                  <c:v>0.05</c:v>
                </c:pt>
                <c:pt idx="1">
                  <c:v>0.95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3D0E-68AF-4C88-A228-DBBB4E4BDE9E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3D6EA-2294-416A-A7BA-C5BFFF6CE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47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3D0E-68AF-4C88-A228-DBBB4E4BDE9E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3D6EA-2294-416A-A7BA-C5BFFF6CE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56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3D0E-68AF-4C88-A228-DBBB4E4BDE9E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3D6EA-2294-416A-A7BA-C5BFFF6CE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08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3D0E-68AF-4C88-A228-DBBB4E4BDE9E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3D6EA-2294-416A-A7BA-C5BFFF6CE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297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3D0E-68AF-4C88-A228-DBBB4E4BDE9E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3D6EA-2294-416A-A7BA-C5BFFF6CE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807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3D0E-68AF-4C88-A228-DBBB4E4BDE9E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3D6EA-2294-416A-A7BA-C5BFFF6CE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675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3D0E-68AF-4C88-A228-DBBB4E4BDE9E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3D6EA-2294-416A-A7BA-C5BFFF6CE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7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3D0E-68AF-4C88-A228-DBBB4E4BDE9E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3D6EA-2294-416A-A7BA-C5BFFF6CE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946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3D0E-68AF-4C88-A228-DBBB4E4BDE9E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3D6EA-2294-416A-A7BA-C5BFFF6CE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466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3D0E-68AF-4C88-A228-DBBB4E4BDE9E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3D6EA-2294-416A-A7BA-C5BFFF6CE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800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3D0E-68AF-4C88-A228-DBBB4E4BDE9E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3D6EA-2294-416A-A7BA-C5BFFF6CE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387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13D0E-68AF-4C88-A228-DBBB4E4BDE9E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3D6EA-2294-416A-A7BA-C5BFFF6CE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44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3162717"/>
              </p:ext>
            </p:extLst>
          </p:nvPr>
        </p:nvGraphicFramePr>
        <p:xfrm>
          <a:off x="2891644" y="836712"/>
          <a:ext cx="6192688" cy="4428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2931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04" y="404664"/>
            <a:ext cx="5673427" cy="56194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03512" y="123275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朋友</a:t>
            </a:r>
            <a:endParaRPr lang="zh-CN" altLang="en-US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38819" y="86802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5997" y="6833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87400" y="83888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孩子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848" y="124192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配偶</a:t>
            </a:r>
            <a:endParaRPr lang="zh-CN" altLang="en-US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11689" y="2977788"/>
            <a:ext cx="1104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真我</a:t>
            </a:r>
            <a:r>
              <a:rPr lang="en-US" altLang="zh-CN" sz="14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sz="14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爱、喜悦、和平</a:t>
            </a:r>
            <a:endParaRPr lang="zh-CN" altLang="en-US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02610" y="3903437"/>
            <a:ext cx="744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身体</a:t>
            </a:r>
            <a:endParaRPr lang="zh-CN" altLang="en-US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02611" y="4365104"/>
            <a:ext cx="744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情绪</a:t>
            </a:r>
            <a:endParaRPr lang="zh-CN" altLang="en-US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02611" y="4886855"/>
            <a:ext cx="744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思想</a:t>
            </a:r>
            <a:endParaRPr lang="zh-CN" altLang="en-US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13769" y="5444279"/>
            <a:ext cx="1962981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身份认同</a:t>
            </a:r>
            <a:r>
              <a:rPr lang="en-US" altLang="zh-CN" sz="14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zh-CN" altLang="en-US" sz="14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角色扮演</a:t>
            </a:r>
            <a:r>
              <a:rPr lang="en-US" altLang="zh-CN" sz="14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zh-CN" altLang="en-US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00156" y="3059087"/>
            <a:ext cx="118496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真正的能源</a:t>
            </a:r>
            <a:endParaRPr lang="zh-CN" altLang="en-US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3215680" y="3753036"/>
            <a:ext cx="717789" cy="1512168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3575720" y="5265204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177603" y="3212976"/>
            <a:ext cx="33225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613769" y="3645024"/>
            <a:ext cx="3698255" cy="2304256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7500156" y="4643263"/>
            <a:ext cx="118496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现实的能源</a:t>
            </a:r>
            <a:endParaRPr lang="zh-CN" altLang="en-US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27" name="Straight Arrow Connector 26"/>
          <p:cNvCxnSpPr>
            <a:endCxn id="26" idx="1"/>
          </p:cNvCxnSpPr>
          <p:nvPr/>
        </p:nvCxnSpPr>
        <p:spPr>
          <a:xfrm>
            <a:off x="6306276" y="4797151"/>
            <a:ext cx="119388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3777756" y="4057325"/>
            <a:ext cx="554048" cy="13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3769130" y="4532103"/>
            <a:ext cx="871667" cy="8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766690" y="5027421"/>
            <a:ext cx="961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292719" y="3888713"/>
            <a:ext cx="744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连结</a:t>
            </a:r>
            <a:endParaRPr lang="zh-CN" altLang="en-US" sz="14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47828" y="4386680"/>
            <a:ext cx="744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臣服</a:t>
            </a:r>
            <a:endParaRPr lang="zh-CN" altLang="en-US" sz="14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664744" y="4873532"/>
            <a:ext cx="744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宁静</a:t>
            </a:r>
            <a:endParaRPr lang="zh-CN" altLang="en-US" sz="14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4439829" y="5594190"/>
            <a:ext cx="85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310198" y="5435810"/>
            <a:ext cx="744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察觉</a:t>
            </a:r>
            <a:endParaRPr lang="zh-CN" altLang="en-US" sz="14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698217" y="3635732"/>
            <a:ext cx="164981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b="1" dirty="0" smtClean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自我</a:t>
            </a:r>
            <a:r>
              <a:rPr lang="en-US" altLang="zh-CN" sz="1600" b="1" dirty="0" smtClean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sz="1600" b="1" dirty="0" smtClean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小我</a:t>
            </a:r>
            <a:r>
              <a:rPr lang="en-US" altLang="zh-CN" sz="1600" b="1" dirty="0" smtClean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(ego</a:t>
            </a:r>
            <a:r>
              <a:rPr lang="en-US" altLang="zh-CN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zh-CN" altLang="en-US" b="1" dirty="0">
              <a:solidFill>
                <a:srgbClr val="7030A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3077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5360" y="548680"/>
            <a:ext cx="4320480" cy="2880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7536160" y="548680"/>
            <a:ext cx="4320480" cy="2880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15380" y="1804174"/>
            <a:ext cx="792088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思想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55540" y="1804174"/>
            <a:ext cx="2520280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感觉                      情绪</a:t>
            </a:r>
            <a:endParaRPr lang="zh-CN" alt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1127448" y="1988840"/>
            <a:ext cx="10441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747627" y="1988840"/>
            <a:ext cx="1044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300356" y="1804174"/>
            <a:ext cx="792088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后果</a:t>
            </a:r>
            <a:endParaRPr lang="en-US" altLang="zh-CN" dirty="0" smtClean="0"/>
          </a:p>
        </p:txBody>
      </p:sp>
      <p:sp>
        <p:nvSpPr>
          <p:cNvPr id="28" name="TextBox 27"/>
          <p:cNvSpPr txBox="1"/>
          <p:nvPr/>
        </p:nvSpPr>
        <p:spPr>
          <a:xfrm>
            <a:off x="8832304" y="165666"/>
            <a:ext cx="17281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7030A0"/>
                </a:solidFill>
              </a:rPr>
              <a:t>有形世界</a:t>
            </a:r>
            <a:endParaRPr lang="en-US" altLang="zh-CN" b="1" dirty="0" smtClean="0">
              <a:solidFill>
                <a:srgbClr val="7030A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84704" y="1421160"/>
            <a:ext cx="17281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7030A0"/>
                </a:solidFill>
              </a:rPr>
              <a:t>物</a:t>
            </a:r>
            <a:r>
              <a:rPr lang="zh-CN" altLang="en-US" b="1" dirty="0" smtClean="0">
                <a:solidFill>
                  <a:srgbClr val="7030A0"/>
                </a:solidFill>
              </a:rPr>
              <a:t>质层面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49506" y="165666"/>
            <a:ext cx="17281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7030A0"/>
                </a:solidFill>
              </a:rPr>
              <a:t>无形层面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51883" y="1804174"/>
            <a:ext cx="17281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行动</a:t>
            </a:r>
            <a:endParaRPr lang="zh-CN" altLang="en-US" dirty="0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4885742" y="1988840"/>
            <a:ext cx="6341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6456038" y="1974302"/>
            <a:ext cx="612070" cy="14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5360" y="1252721"/>
            <a:ext cx="17281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7030A0"/>
                </a:solidFill>
              </a:rPr>
              <a:t>心灵</a:t>
            </a:r>
            <a:r>
              <a:rPr lang="zh-CN" altLang="en-US" b="1" dirty="0" smtClean="0">
                <a:solidFill>
                  <a:srgbClr val="7030A0"/>
                </a:solidFill>
              </a:rPr>
              <a:t>层面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351584" y="1243999"/>
            <a:ext cx="17281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7030A0"/>
                </a:solidFill>
              </a:rPr>
              <a:t>心理</a:t>
            </a:r>
            <a:r>
              <a:rPr lang="zh-CN" altLang="en-US" b="1" dirty="0" smtClean="0">
                <a:solidFill>
                  <a:srgbClr val="7030A0"/>
                </a:solidFill>
              </a:rPr>
              <a:t>层面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29708" y="5399928"/>
            <a:ext cx="17281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震动频率</a:t>
            </a:r>
            <a:endParaRPr lang="zh-CN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531604" y="4185084"/>
            <a:ext cx="17281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决定</a:t>
            </a:r>
            <a:endParaRPr lang="zh-CN" altLang="en-US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911424" y="2312876"/>
            <a:ext cx="3744416" cy="3267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07368" y="2247255"/>
            <a:ext cx="172819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 smtClean="0"/>
              <a:t>（看问题角度、所思所想等）</a:t>
            </a:r>
            <a:endParaRPr lang="zh-CN" altLang="en-US" sz="1000" dirty="0"/>
          </a:p>
        </p:txBody>
      </p:sp>
      <p:sp>
        <p:nvSpPr>
          <p:cNvPr id="45" name="Oval 44"/>
          <p:cNvSpPr/>
          <p:nvPr/>
        </p:nvSpPr>
        <p:spPr>
          <a:xfrm>
            <a:off x="7068108" y="5022468"/>
            <a:ext cx="2312640" cy="111612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7360332" y="5399928"/>
            <a:ext cx="17281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秘密转移物</a:t>
            </a:r>
            <a:endParaRPr lang="en-US" altLang="zh-CN" dirty="0" smtClean="0"/>
          </a:p>
        </p:txBody>
      </p:sp>
      <p:cxnSp>
        <p:nvCxnSpPr>
          <p:cNvPr id="48" name="Straight Arrow Connector 47"/>
          <p:cNvCxnSpPr>
            <a:stCxn id="45" idx="2"/>
          </p:cNvCxnSpPr>
          <p:nvPr/>
        </p:nvCxnSpPr>
        <p:spPr>
          <a:xfrm flipH="1">
            <a:off x="5807968" y="5580530"/>
            <a:ext cx="12601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endCxn id="31" idx="2"/>
          </p:cNvCxnSpPr>
          <p:nvPr/>
        </p:nvCxnSpPr>
        <p:spPr>
          <a:xfrm flipV="1">
            <a:off x="5411924" y="2173506"/>
            <a:ext cx="504055" cy="3127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033881" y="3223891"/>
            <a:ext cx="17281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</a:rPr>
              <a:t>吸引力法则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cxnSp>
        <p:nvCxnSpPr>
          <p:cNvPr id="59" name="Straight Arrow Connector 58"/>
          <p:cNvCxnSpPr/>
          <p:nvPr/>
        </p:nvCxnSpPr>
        <p:spPr>
          <a:xfrm flipH="1" flipV="1">
            <a:off x="4241792" y="2124147"/>
            <a:ext cx="666076" cy="3177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518230" y="2339399"/>
            <a:ext cx="17281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反映</a:t>
            </a:r>
            <a:endParaRPr lang="en-US" altLang="zh-CN" dirty="0" smtClean="0"/>
          </a:p>
        </p:txBody>
      </p:sp>
      <p:sp>
        <p:nvSpPr>
          <p:cNvPr id="62" name="TextBox 61"/>
          <p:cNvSpPr txBox="1"/>
          <p:nvPr/>
        </p:nvSpPr>
        <p:spPr>
          <a:xfrm>
            <a:off x="4835860" y="188387"/>
            <a:ext cx="236948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</a:rPr>
              <a:t>有形影响有形的法则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cxnSp>
        <p:nvCxnSpPr>
          <p:cNvPr id="63" name="Straight Arrow Connector 62"/>
          <p:cNvCxnSpPr/>
          <p:nvPr/>
        </p:nvCxnSpPr>
        <p:spPr>
          <a:xfrm flipV="1">
            <a:off x="4835860" y="605083"/>
            <a:ext cx="2524472" cy="1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569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AEACE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132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仿宋</vt:lpstr>
      <vt:lpstr>宋体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XIAOHUI WU 吴小辉</dc:creator>
  <cp:lastModifiedBy>XIAOHUI WU 吴小辉</cp:lastModifiedBy>
  <cp:revision>8</cp:revision>
  <dcterms:created xsi:type="dcterms:W3CDTF">2020-12-26T03:29:45Z</dcterms:created>
  <dcterms:modified xsi:type="dcterms:W3CDTF">2020-12-26T09:27:23Z</dcterms:modified>
</cp:coreProperties>
</file>