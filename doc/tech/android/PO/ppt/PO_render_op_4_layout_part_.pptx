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5309" r:id="rId1"/>
  </p:sldMasterIdLst>
  <p:notesMasterIdLst>
    <p:notesMasterId r:id="rId15"/>
  </p:notesMasterIdLst>
  <p:sldIdLst>
    <p:sldId id="256" r:id="rId2"/>
    <p:sldId id="265" r:id="rId3"/>
    <p:sldId id="277" r:id="rId4"/>
    <p:sldId id="266" r:id="rId5"/>
    <p:sldId id="257" r:id="rId6"/>
    <p:sldId id="264" r:id="rId7"/>
    <p:sldId id="278" r:id="rId8"/>
    <p:sldId id="276" r:id="rId9"/>
    <p:sldId id="258" r:id="rId10"/>
    <p:sldId id="274" r:id="rId11"/>
    <p:sldId id="275" r:id="rId12"/>
    <p:sldId id="272" r:id="rId13"/>
    <p:sldId id="273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3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233"/>
    <p:restoredTop sz="94676"/>
  </p:normalViewPr>
  <p:slideViewPr>
    <p:cSldViewPr snapToGrid="0" snapToObjects="1">
      <p:cViewPr varScale="1">
        <p:scale>
          <a:sx n="181" d="100"/>
          <a:sy n="181" d="100"/>
        </p:scale>
        <p:origin x="200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18-08-23T20:23:43.576" idx="3">
    <p:pos x="10" y="10"/>
    <p:text/>
    <p:extLst>
      <p:ext uri="{C676402C-5697-4E1C-873F-D02D1690AC5C}">
        <p15:threadingInfo xmlns:p15="http://schemas.microsoft.com/office/powerpoint/2012/main" timeZoneBias="-480"/>
      </p:ext>
    </p:extLst>
  </p:cm>
</p:cmLst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95DB797-F7E2-9E4D-9D7B-2619417A9308}" type="doc">
      <dgm:prSet loTypeId="urn:microsoft.com/office/officeart/2005/8/layout/pyramid2" loCatId="" qsTypeId="urn:microsoft.com/office/officeart/2005/8/quickstyle/3d5" qsCatId="3D" csTypeId="urn:microsoft.com/office/officeart/2005/8/colors/accent1_2" csCatId="accent1" phldr="1"/>
      <dgm:spPr/>
    </dgm:pt>
    <dgm:pt modelId="{0C084FC9-E3E7-F941-A65B-F94343B17D34}">
      <dgm:prSet phldrT="[Text]"/>
      <dgm:spPr/>
      <dgm:t>
        <a:bodyPr anchor="ctr" anchorCtr="1"/>
        <a:lstStyle/>
        <a:p>
          <a:r>
            <a:rPr lang="zh-CN" b="0" i="0" u="none" dirty="0"/>
            <a:t>快</a:t>
          </a:r>
          <a:r>
            <a:rPr lang="zh-CN" altLang="en-US" b="0" i="0" u="none" dirty="0"/>
            <a:t> </a:t>
          </a:r>
          <a:r>
            <a:rPr lang="en-US" altLang="zh-CN" b="0" i="0" u="none" dirty="0"/>
            <a:t>-</a:t>
          </a:r>
          <a:r>
            <a:rPr lang="zh-CN" altLang="en-US" b="0" i="0" u="none" dirty="0"/>
            <a:t> </a:t>
          </a:r>
          <a:r>
            <a:rPr lang="zh-CN" b="0" i="0" u="none" dirty="0"/>
            <a:t>流畅</a:t>
          </a:r>
          <a:endParaRPr lang="en-US" dirty="0"/>
        </a:p>
      </dgm:t>
    </dgm:pt>
    <dgm:pt modelId="{2474FB04-4EE0-854F-8BF7-F59A9CB3C41A}" type="parTrans" cxnId="{73E5B117-B6F4-6342-B583-1964646DEFE4}">
      <dgm:prSet/>
      <dgm:spPr/>
      <dgm:t>
        <a:bodyPr/>
        <a:lstStyle/>
        <a:p>
          <a:endParaRPr lang="en-US"/>
        </a:p>
      </dgm:t>
    </dgm:pt>
    <dgm:pt modelId="{64DF00D5-1546-DC48-92D1-A076C5C53631}" type="sibTrans" cxnId="{73E5B117-B6F4-6342-B583-1964646DEFE4}">
      <dgm:prSet/>
      <dgm:spPr/>
      <dgm:t>
        <a:bodyPr/>
        <a:lstStyle/>
        <a:p>
          <a:endParaRPr lang="en-US"/>
        </a:p>
      </dgm:t>
    </dgm:pt>
    <dgm:pt modelId="{A46EA141-E3F7-A347-8B70-75F161AC9ECE}">
      <dgm:prSet/>
      <dgm:spPr/>
      <dgm:t>
        <a:bodyPr/>
        <a:lstStyle/>
        <a:p>
          <a:r>
            <a:rPr lang="zh-CN" b="0" i="0" u="none" dirty="0"/>
            <a:t>稳</a:t>
          </a:r>
          <a:r>
            <a:rPr lang="zh-CN" altLang="en-US" b="0" i="0" u="none" dirty="0"/>
            <a:t> </a:t>
          </a:r>
          <a:r>
            <a:rPr lang="en-US" altLang="zh-CN" b="0" i="0" u="none" dirty="0"/>
            <a:t>-</a:t>
          </a:r>
          <a:r>
            <a:rPr lang="zh-CN" altLang="en-US" b="0" i="0" u="none" dirty="0"/>
            <a:t> </a:t>
          </a:r>
          <a:r>
            <a:rPr lang="zh-CN" b="0" i="0" u="none" dirty="0"/>
            <a:t>稳定</a:t>
          </a:r>
          <a:endParaRPr lang="en-US" b="0" i="0" u="none" dirty="0"/>
        </a:p>
      </dgm:t>
    </dgm:pt>
    <dgm:pt modelId="{712F2DC7-801F-C342-97FD-833A25571FB0}" type="parTrans" cxnId="{0D314C72-1CA5-044D-9D59-03614C3A2BE1}">
      <dgm:prSet/>
      <dgm:spPr/>
      <dgm:t>
        <a:bodyPr/>
        <a:lstStyle/>
        <a:p>
          <a:endParaRPr lang="en-US"/>
        </a:p>
      </dgm:t>
    </dgm:pt>
    <dgm:pt modelId="{C7D1CF51-79FE-DC47-91A7-0A25446D2662}" type="sibTrans" cxnId="{0D314C72-1CA5-044D-9D59-03614C3A2BE1}">
      <dgm:prSet/>
      <dgm:spPr/>
      <dgm:t>
        <a:bodyPr/>
        <a:lstStyle/>
        <a:p>
          <a:endParaRPr lang="en-US"/>
        </a:p>
      </dgm:t>
    </dgm:pt>
    <dgm:pt modelId="{E3E9BB7B-9F08-854F-84A2-4D0B5F016011}">
      <dgm:prSet/>
      <dgm:spPr/>
      <dgm:t>
        <a:bodyPr/>
        <a:lstStyle/>
        <a:p>
          <a:r>
            <a:rPr lang="zh-CN" b="0" i="0" u="none" dirty="0"/>
            <a:t>省</a:t>
          </a:r>
          <a:r>
            <a:rPr lang="zh-CN" altLang="en-US" b="0" i="0" u="none" dirty="0"/>
            <a:t> </a:t>
          </a:r>
          <a:r>
            <a:rPr lang="en-US" altLang="zh-CN" b="0" i="0" u="none" dirty="0"/>
            <a:t>-</a:t>
          </a:r>
          <a:r>
            <a:rPr lang="zh-CN" altLang="en-US" b="0" i="0" u="none" dirty="0"/>
            <a:t> </a:t>
          </a:r>
          <a:r>
            <a:rPr lang="zh-CN" b="0" i="0" u="none" dirty="0"/>
            <a:t>省电、省流量</a:t>
          </a:r>
          <a:endParaRPr lang="en-US" b="0" i="0" u="none" dirty="0"/>
        </a:p>
      </dgm:t>
    </dgm:pt>
    <dgm:pt modelId="{73127BF8-8835-8740-9425-DAE84AB16112}" type="parTrans" cxnId="{533D9A28-4859-C941-8B84-A3DAB2658B11}">
      <dgm:prSet/>
      <dgm:spPr/>
      <dgm:t>
        <a:bodyPr/>
        <a:lstStyle/>
        <a:p>
          <a:endParaRPr lang="en-US"/>
        </a:p>
      </dgm:t>
    </dgm:pt>
    <dgm:pt modelId="{DF8A845A-D139-4243-858F-B3E107458535}" type="sibTrans" cxnId="{533D9A28-4859-C941-8B84-A3DAB2658B11}">
      <dgm:prSet/>
      <dgm:spPr/>
      <dgm:t>
        <a:bodyPr/>
        <a:lstStyle/>
        <a:p>
          <a:endParaRPr lang="en-US"/>
        </a:p>
      </dgm:t>
    </dgm:pt>
    <dgm:pt modelId="{1F9FC926-3DAA-CA44-AC21-9D265B7C9B66}">
      <dgm:prSet/>
      <dgm:spPr/>
      <dgm:t>
        <a:bodyPr/>
        <a:lstStyle/>
        <a:p>
          <a:r>
            <a:rPr lang="zh-CN" b="0" i="0" u="none" dirty="0"/>
            <a:t>小</a:t>
          </a:r>
          <a:r>
            <a:rPr lang="zh-CN" altLang="en-US" b="0" i="0" u="none" dirty="0"/>
            <a:t> </a:t>
          </a:r>
          <a:r>
            <a:rPr lang="en-US" altLang="zh-CN" b="0" i="0" u="none" dirty="0"/>
            <a:t>-</a:t>
          </a:r>
          <a:r>
            <a:rPr lang="zh-CN" altLang="en-US" b="0" i="0" u="none" dirty="0"/>
            <a:t> </a:t>
          </a:r>
          <a:r>
            <a:rPr lang="zh-CN" b="0" i="0" u="none" dirty="0"/>
            <a:t>安装包</a:t>
          </a:r>
          <a:r>
            <a:rPr lang="zh-CN" altLang="en-US" b="0" i="0" u="none" dirty="0"/>
            <a:t>、存储</a:t>
          </a:r>
          <a:endParaRPr lang="en-US" b="0" i="0" u="none" dirty="0"/>
        </a:p>
      </dgm:t>
    </dgm:pt>
    <dgm:pt modelId="{C7FCFFF7-D589-BA47-80E7-C115771CB614}" type="parTrans" cxnId="{6C095E73-08C4-CD4D-8D0D-7CEEADE8C375}">
      <dgm:prSet/>
      <dgm:spPr/>
      <dgm:t>
        <a:bodyPr/>
        <a:lstStyle/>
        <a:p>
          <a:endParaRPr lang="en-US"/>
        </a:p>
      </dgm:t>
    </dgm:pt>
    <dgm:pt modelId="{ED44D3BF-DD17-5E4B-9B46-E578DD6460D0}" type="sibTrans" cxnId="{6C095E73-08C4-CD4D-8D0D-7CEEADE8C375}">
      <dgm:prSet/>
      <dgm:spPr/>
      <dgm:t>
        <a:bodyPr/>
        <a:lstStyle/>
        <a:p>
          <a:endParaRPr lang="en-US"/>
        </a:p>
      </dgm:t>
    </dgm:pt>
    <dgm:pt modelId="{2922572E-91D2-874C-85C8-F323CB66B08A}" type="pres">
      <dgm:prSet presAssocID="{895DB797-F7E2-9E4D-9D7B-2619417A9308}" presName="compositeShape" presStyleCnt="0">
        <dgm:presLayoutVars>
          <dgm:dir/>
          <dgm:resizeHandles/>
        </dgm:presLayoutVars>
      </dgm:prSet>
      <dgm:spPr/>
    </dgm:pt>
    <dgm:pt modelId="{97961A40-FDF7-2F47-8E44-59AAB6360FB3}" type="pres">
      <dgm:prSet presAssocID="{895DB797-F7E2-9E4D-9D7B-2619417A9308}" presName="pyramid" presStyleLbl="node1" presStyleIdx="0" presStyleCnt="1"/>
      <dgm:spPr/>
    </dgm:pt>
    <dgm:pt modelId="{2A9D7443-C8D1-024F-8FB6-7D6D8FB7730E}" type="pres">
      <dgm:prSet presAssocID="{895DB797-F7E2-9E4D-9D7B-2619417A9308}" presName="theList" presStyleCnt="0"/>
      <dgm:spPr/>
    </dgm:pt>
    <dgm:pt modelId="{9C17697C-2A84-BB47-B7D1-A35FB5556B31}" type="pres">
      <dgm:prSet presAssocID="{1F9FC926-3DAA-CA44-AC21-9D265B7C9B66}" presName="aNode" presStyleLbl="fgAcc1" presStyleIdx="0" presStyleCnt="4">
        <dgm:presLayoutVars>
          <dgm:bulletEnabled val="1"/>
        </dgm:presLayoutVars>
      </dgm:prSet>
      <dgm:spPr/>
    </dgm:pt>
    <dgm:pt modelId="{AABCDF3F-9E83-EC40-AC04-02172B3D7F5B}" type="pres">
      <dgm:prSet presAssocID="{1F9FC926-3DAA-CA44-AC21-9D265B7C9B66}" presName="aSpace" presStyleCnt="0"/>
      <dgm:spPr/>
    </dgm:pt>
    <dgm:pt modelId="{B21F0E77-22AC-F043-811F-9C9DE51548AD}" type="pres">
      <dgm:prSet presAssocID="{E3E9BB7B-9F08-854F-84A2-4D0B5F016011}" presName="aNode" presStyleLbl="fgAcc1" presStyleIdx="1" presStyleCnt="4">
        <dgm:presLayoutVars>
          <dgm:bulletEnabled val="1"/>
        </dgm:presLayoutVars>
      </dgm:prSet>
      <dgm:spPr/>
    </dgm:pt>
    <dgm:pt modelId="{B56BDF4F-2BD2-DB46-8F70-E20B0F74F710}" type="pres">
      <dgm:prSet presAssocID="{E3E9BB7B-9F08-854F-84A2-4D0B5F016011}" presName="aSpace" presStyleCnt="0"/>
      <dgm:spPr/>
    </dgm:pt>
    <dgm:pt modelId="{CD784241-159B-F442-B93B-54B6DC63B591}" type="pres">
      <dgm:prSet presAssocID="{0C084FC9-E3E7-F941-A65B-F94343B17D34}" presName="aNode" presStyleLbl="fgAcc1" presStyleIdx="2" presStyleCnt="4">
        <dgm:presLayoutVars>
          <dgm:bulletEnabled val="1"/>
        </dgm:presLayoutVars>
      </dgm:prSet>
      <dgm:spPr/>
    </dgm:pt>
    <dgm:pt modelId="{C20F706D-779D-9B41-81C0-934BD94D065B}" type="pres">
      <dgm:prSet presAssocID="{0C084FC9-E3E7-F941-A65B-F94343B17D34}" presName="aSpace" presStyleCnt="0"/>
      <dgm:spPr/>
    </dgm:pt>
    <dgm:pt modelId="{0E50379D-1C9C-D14E-ACCC-574FB7720771}" type="pres">
      <dgm:prSet presAssocID="{A46EA141-E3F7-A347-8B70-75F161AC9ECE}" presName="aNode" presStyleLbl="fgAcc1" presStyleIdx="3" presStyleCnt="4">
        <dgm:presLayoutVars>
          <dgm:bulletEnabled val="1"/>
        </dgm:presLayoutVars>
      </dgm:prSet>
      <dgm:spPr/>
    </dgm:pt>
    <dgm:pt modelId="{5BBF7565-2D84-4C45-B6C5-974F01CF676C}" type="pres">
      <dgm:prSet presAssocID="{A46EA141-E3F7-A347-8B70-75F161AC9ECE}" presName="aSpace" presStyleCnt="0"/>
      <dgm:spPr/>
    </dgm:pt>
  </dgm:ptLst>
  <dgm:cxnLst>
    <dgm:cxn modelId="{8D4B180D-5A5E-E240-A112-B96A0B28A2BC}" type="presOf" srcId="{A46EA141-E3F7-A347-8B70-75F161AC9ECE}" destId="{0E50379D-1C9C-D14E-ACCC-574FB7720771}" srcOrd="0" destOrd="0" presId="urn:microsoft.com/office/officeart/2005/8/layout/pyramid2"/>
    <dgm:cxn modelId="{73E5B117-B6F4-6342-B583-1964646DEFE4}" srcId="{895DB797-F7E2-9E4D-9D7B-2619417A9308}" destId="{0C084FC9-E3E7-F941-A65B-F94343B17D34}" srcOrd="2" destOrd="0" parTransId="{2474FB04-4EE0-854F-8BF7-F59A9CB3C41A}" sibTransId="{64DF00D5-1546-DC48-92D1-A076C5C53631}"/>
    <dgm:cxn modelId="{533D9A28-4859-C941-8B84-A3DAB2658B11}" srcId="{895DB797-F7E2-9E4D-9D7B-2619417A9308}" destId="{E3E9BB7B-9F08-854F-84A2-4D0B5F016011}" srcOrd="1" destOrd="0" parTransId="{73127BF8-8835-8740-9425-DAE84AB16112}" sibTransId="{DF8A845A-D139-4243-858F-B3E107458535}"/>
    <dgm:cxn modelId="{0D314C72-1CA5-044D-9D59-03614C3A2BE1}" srcId="{895DB797-F7E2-9E4D-9D7B-2619417A9308}" destId="{A46EA141-E3F7-A347-8B70-75F161AC9ECE}" srcOrd="3" destOrd="0" parTransId="{712F2DC7-801F-C342-97FD-833A25571FB0}" sibTransId="{C7D1CF51-79FE-DC47-91A7-0A25446D2662}"/>
    <dgm:cxn modelId="{6C095E73-08C4-CD4D-8D0D-7CEEADE8C375}" srcId="{895DB797-F7E2-9E4D-9D7B-2619417A9308}" destId="{1F9FC926-3DAA-CA44-AC21-9D265B7C9B66}" srcOrd="0" destOrd="0" parTransId="{C7FCFFF7-D589-BA47-80E7-C115771CB614}" sibTransId="{ED44D3BF-DD17-5E4B-9B46-E578DD6460D0}"/>
    <dgm:cxn modelId="{9D882279-7723-6541-86DF-3B586EA0C27C}" type="presOf" srcId="{0C084FC9-E3E7-F941-A65B-F94343B17D34}" destId="{CD784241-159B-F442-B93B-54B6DC63B591}" srcOrd="0" destOrd="0" presId="urn:microsoft.com/office/officeart/2005/8/layout/pyramid2"/>
    <dgm:cxn modelId="{2A7C66C4-717C-044C-93AA-D0251D67FABC}" type="presOf" srcId="{895DB797-F7E2-9E4D-9D7B-2619417A9308}" destId="{2922572E-91D2-874C-85C8-F323CB66B08A}" srcOrd="0" destOrd="0" presId="urn:microsoft.com/office/officeart/2005/8/layout/pyramid2"/>
    <dgm:cxn modelId="{74E73DE0-48CA-BF48-BBA3-BB5ACF787806}" type="presOf" srcId="{1F9FC926-3DAA-CA44-AC21-9D265B7C9B66}" destId="{9C17697C-2A84-BB47-B7D1-A35FB5556B31}" srcOrd="0" destOrd="0" presId="urn:microsoft.com/office/officeart/2005/8/layout/pyramid2"/>
    <dgm:cxn modelId="{3E1A97FF-EADF-E640-8F21-A223A66C6A30}" type="presOf" srcId="{E3E9BB7B-9F08-854F-84A2-4D0B5F016011}" destId="{B21F0E77-22AC-F043-811F-9C9DE51548AD}" srcOrd="0" destOrd="0" presId="urn:microsoft.com/office/officeart/2005/8/layout/pyramid2"/>
    <dgm:cxn modelId="{833A21B1-8829-E04C-A6A9-BD2FEA61C187}" type="presParOf" srcId="{2922572E-91D2-874C-85C8-F323CB66B08A}" destId="{97961A40-FDF7-2F47-8E44-59AAB6360FB3}" srcOrd="0" destOrd="0" presId="urn:microsoft.com/office/officeart/2005/8/layout/pyramid2"/>
    <dgm:cxn modelId="{02E6ABEC-A006-3542-8F65-C4DBF95FD44A}" type="presParOf" srcId="{2922572E-91D2-874C-85C8-F323CB66B08A}" destId="{2A9D7443-C8D1-024F-8FB6-7D6D8FB7730E}" srcOrd="1" destOrd="0" presId="urn:microsoft.com/office/officeart/2005/8/layout/pyramid2"/>
    <dgm:cxn modelId="{36BAD57E-0C2D-2C44-A0F6-D77010D47C98}" type="presParOf" srcId="{2A9D7443-C8D1-024F-8FB6-7D6D8FB7730E}" destId="{9C17697C-2A84-BB47-B7D1-A35FB5556B31}" srcOrd="0" destOrd="0" presId="urn:microsoft.com/office/officeart/2005/8/layout/pyramid2"/>
    <dgm:cxn modelId="{79BA0D5A-ACE6-5C49-878A-557E93FB885F}" type="presParOf" srcId="{2A9D7443-C8D1-024F-8FB6-7D6D8FB7730E}" destId="{AABCDF3F-9E83-EC40-AC04-02172B3D7F5B}" srcOrd="1" destOrd="0" presId="urn:microsoft.com/office/officeart/2005/8/layout/pyramid2"/>
    <dgm:cxn modelId="{190D2FBF-FE54-2942-A2EA-FA72C46526F4}" type="presParOf" srcId="{2A9D7443-C8D1-024F-8FB6-7D6D8FB7730E}" destId="{B21F0E77-22AC-F043-811F-9C9DE51548AD}" srcOrd="2" destOrd="0" presId="urn:microsoft.com/office/officeart/2005/8/layout/pyramid2"/>
    <dgm:cxn modelId="{A30EBF0A-106C-7146-83D8-FF45C11A583B}" type="presParOf" srcId="{2A9D7443-C8D1-024F-8FB6-7D6D8FB7730E}" destId="{B56BDF4F-2BD2-DB46-8F70-E20B0F74F710}" srcOrd="3" destOrd="0" presId="urn:microsoft.com/office/officeart/2005/8/layout/pyramid2"/>
    <dgm:cxn modelId="{603F895A-7968-6C47-9C94-D6E3B7E07D7F}" type="presParOf" srcId="{2A9D7443-C8D1-024F-8FB6-7D6D8FB7730E}" destId="{CD784241-159B-F442-B93B-54B6DC63B591}" srcOrd="4" destOrd="0" presId="urn:microsoft.com/office/officeart/2005/8/layout/pyramid2"/>
    <dgm:cxn modelId="{3AA2B59E-E361-C24E-881A-1DD7DC8039F1}" type="presParOf" srcId="{2A9D7443-C8D1-024F-8FB6-7D6D8FB7730E}" destId="{C20F706D-779D-9B41-81C0-934BD94D065B}" srcOrd="5" destOrd="0" presId="urn:microsoft.com/office/officeart/2005/8/layout/pyramid2"/>
    <dgm:cxn modelId="{BEC537DE-3E9D-094B-A6C6-1C62790C03C2}" type="presParOf" srcId="{2A9D7443-C8D1-024F-8FB6-7D6D8FB7730E}" destId="{0E50379D-1C9C-D14E-ACCC-574FB7720771}" srcOrd="6" destOrd="0" presId="urn:microsoft.com/office/officeart/2005/8/layout/pyramid2"/>
    <dgm:cxn modelId="{45ADE873-153D-244F-AEA3-CD91222D2E1A}" type="presParOf" srcId="{2A9D7443-C8D1-024F-8FB6-7D6D8FB7730E}" destId="{5BBF7565-2D84-4C45-B6C5-974F01CF676C}" srcOrd="7" destOrd="0" presId="urn:microsoft.com/office/officeart/2005/8/layout/pyramid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5080A8E-C369-4C44-8343-BB62C0E2D38A}" type="doc">
      <dgm:prSet loTypeId="urn:microsoft.com/office/officeart/2005/8/layout/radial5" loCatId="" qsTypeId="urn:microsoft.com/office/officeart/2005/8/quickstyle/3d3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081E8CE-BAAD-0343-AEC6-A1357CA9EB42}">
      <dgm:prSet phldrT="[Text]"/>
      <dgm:spPr/>
      <dgm:t>
        <a:bodyPr/>
        <a:lstStyle/>
        <a:p>
          <a:r>
            <a:rPr lang="en-US" dirty="0" err="1"/>
            <a:t>绘制</a:t>
          </a:r>
          <a:endParaRPr lang="en-US" dirty="0"/>
        </a:p>
        <a:p>
          <a:r>
            <a:rPr lang="en-US" dirty="0" err="1"/>
            <a:t>优化</a:t>
          </a:r>
          <a:endParaRPr lang="en-US" dirty="0"/>
        </a:p>
      </dgm:t>
    </dgm:pt>
    <dgm:pt modelId="{48CB2813-8079-4343-8C70-787C8EE638C8}" type="parTrans" cxnId="{D5EEBA72-3B0A-084D-B3CC-405F87009B6D}">
      <dgm:prSet/>
      <dgm:spPr/>
      <dgm:t>
        <a:bodyPr/>
        <a:lstStyle/>
        <a:p>
          <a:endParaRPr lang="en-US"/>
        </a:p>
      </dgm:t>
    </dgm:pt>
    <dgm:pt modelId="{1817557D-7360-9A49-920A-777A48A466E7}" type="sibTrans" cxnId="{D5EEBA72-3B0A-084D-B3CC-405F87009B6D}">
      <dgm:prSet/>
      <dgm:spPr/>
      <dgm:t>
        <a:bodyPr/>
        <a:lstStyle/>
        <a:p>
          <a:endParaRPr lang="en-US"/>
        </a:p>
      </dgm:t>
    </dgm:pt>
    <dgm:pt modelId="{E6778F63-BBC4-2B47-A639-F168E7B57970}">
      <dgm:prSet phldrT="[Text]"/>
      <dgm:spPr/>
      <dgm:t>
        <a:bodyPr/>
        <a:lstStyle/>
        <a:p>
          <a:r>
            <a:rPr lang="en-US" dirty="0"/>
            <a:t>Overdraw</a:t>
          </a:r>
        </a:p>
      </dgm:t>
    </dgm:pt>
    <dgm:pt modelId="{273253C7-B8E0-0B46-BB7D-F1700C07593E}" type="parTrans" cxnId="{C8F813BD-4066-474B-9007-F1145E0B1638}">
      <dgm:prSet/>
      <dgm:spPr/>
      <dgm:t>
        <a:bodyPr/>
        <a:lstStyle/>
        <a:p>
          <a:endParaRPr lang="en-US"/>
        </a:p>
      </dgm:t>
    </dgm:pt>
    <dgm:pt modelId="{E6BE4671-A1A7-9942-8AA7-ACF0C34D0466}" type="sibTrans" cxnId="{C8F813BD-4066-474B-9007-F1145E0B1638}">
      <dgm:prSet/>
      <dgm:spPr/>
      <dgm:t>
        <a:bodyPr/>
        <a:lstStyle/>
        <a:p>
          <a:endParaRPr lang="en-US"/>
        </a:p>
      </dgm:t>
    </dgm:pt>
    <dgm:pt modelId="{019A14E4-2772-6947-A881-0EADF9B71D39}">
      <dgm:prSet phldrT="[Text]"/>
      <dgm:spPr/>
      <dgm:t>
        <a:bodyPr/>
        <a:lstStyle/>
        <a:p>
          <a:r>
            <a:rPr lang="en-US" dirty="0"/>
            <a:t>Layout</a:t>
          </a:r>
        </a:p>
      </dgm:t>
    </dgm:pt>
    <dgm:pt modelId="{4EF26DEA-4C28-9249-8ADD-E4AE48FB57BC}" type="parTrans" cxnId="{7C89F883-F81F-3E44-A1E0-8732E4791A83}">
      <dgm:prSet/>
      <dgm:spPr/>
      <dgm:t>
        <a:bodyPr/>
        <a:lstStyle/>
        <a:p>
          <a:endParaRPr lang="en-US"/>
        </a:p>
      </dgm:t>
    </dgm:pt>
    <dgm:pt modelId="{6141A0BA-1ED4-584B-86EE-D14A2EA4ECDF}" type="sibTrans" cxnId="{7C89F883-F81F-3E44-A1E0-8732E4791A83}">
      <dgm:prSet/>
      <dgm:spPr/>
      <dgm:t>
        <a:bodyPr/>
        <a:lstStyle/>
        <a:p>
          <a:endParaRPr lang="en-US"/>
        </a:p>
      </dgm:t>
    </dgm:pt>
    <dgm:pt modelId="{5B579C9D-D58B-BC4F-84B3-B37DB87DF8C7}">
      <dgm:prSet phldrT="[Text]"/>
      <dgm:spPr/>
      <dgm:t>
        <a:bodyPr/>
        <a:lstStyle/>
        <a:p>
          <a:r>
            <a:rPr lang="en-US" dirty="0"/>
            <a:t> </a:t>
          </a:r>
          <a:r>
            <a:rPr lang="en-US" dirty="0" err="1"/>
            <a:t>启动</a:t>
          </a:r>
          <a:endParaRPr lang="en-US" dirty="0"/>
        </a:p>
      </dgm:t>
    </dgm:pt>
    <dgm:pt modelId="{D79DEFAD-D946-084E-8405-74492A595157}" type="parTrans" cxnId="{88DAD081-8846-414A-B463-7A46687D086A}">
      <dgm:prSet/>
      <dgm:spPr/>
      <dgm:t>
        <a:bodyPr/>
        <a:lstStyle/>
        <a:p>
          <a:endParaRPr lang="en-US"/>
        </a:p>
      </dgm:t>
    </dgm:pt>
    <dgm:pt modelId="{94CD974F-398A-6F4F-BC4B-0CF5F90F0F96}" type="sibTrans" cxnId="{88DAD081-8846-414A-B463-7A46687D086A}">
      <dgm:prSet/>
      <dgm:spPr/>
      <dgm:t>
        <a:bodyPr/>
        <a:lstStyle/>
        <a:p>
          <a:endParaRPr lang="en-US"/>
        </a:p>
      </dgm:t>
    </dgm:pt>
    <dgm:pt modelId="{E5D561D8-6EF0-2442-AFA6-E6A04C16933F}">
      <dgm:prSet phldrT="[Text]"/>
      <dgm:spPr/>
      <dgm:t>
        <a:bodyPr/>
        <a:lstStyle/>
        <a:p>
          <a:r>
            <a:rPr lang="en-US" dirty="0" err="1"/>
            <a:t>动画</a:t>
          </a:r>
          <a:endParaRPr lang="en-US" dirty="0"/>
        </a:p>
      </dgm:t>
    </dgm:pt>
    <dgm:pt modelId="{83F5A44A-DF43-A940-8949-B85395027DA4}" type="parTrans" cxnId="{871E0A1B-02EE-F447-8F8E-7BD75CEE01EA}">
      <dgm:prSet/>
      <dgm:spPr/>
      <dgm:t>
        <a:bodyPr/>
        <a:lstStyle/>
        <a:p>
          <a:endParaRPr lang="en-US"/>
        </a:p>
      </dgm:t>
    </dgm:pt>
    <dgm:pt modelId="{9EAE3ACE-C41F-8D4F-9ED9-7B91B1A123EB}" type="sibTrans" cxnId="{871E0A1B-02EE-F447-8F8E-7BD75CEE01EA}">
      <dgm:prSet/>
      <dgm:spPr/>
      <dgm:t>
        <a:bodyPr/>
        <a:lstStyle/>
        <a:p>
          <a:endParaRPr lang="en-US"/>
        </a:p>
      </dgm:t>
    </dgm:pt>
    <dgm:pt modelId="{60B0AF0B-3FDD-EA45-9829-0BFD43A74D37}">
      <dgm:prSet phldrT="[Text]"/>
      <dgm:spPr/>
      <dgm:t>
        <a:bodyPr/>
        <a:lstStyle/>
        <a:p>
          <a:r>
            <a:rPr lang="en-US" dirty="0" err="1"/>
            <a:t>工具</a:t>
          </a:r>
          <a:endParaRPr lang="en-US" dirty="0"/>
        </a:p>
      </dgm:t>
    </dgm:pt>
    <dgm:pt modelId="{F7DE68C6-3611-EC49-88F0-98531ACDD008}" type="parTrans" cxnId="{1D363BEB-86F9-9F4B-824A-99E7EBCAD04A}">
      <dgm:prSet/>
      <dgm:spPr/>
      <dgm:t>
        <a:bodyPr/>
        <a:lstStyle/>
        <a:p>
          <a:endParaRPr lang="en-US"/>
        </a:p>
      </dgm:t>
    </dgm:pt>
    <dgm:pt modelId="{82B72704-BC24-CC4D-B8C5-2D3E280547ED}" type="sibTrans" cxnId="{1D363BEB-86F9-9F4B-824A-99E7EBCAD04A}">
      <dgm:prSet/>
      <dgm:spPr/>
      <dgm:t>
        <a:bodyPr/>
        <a:lstStyle/>
        <a:p>
          <a:endParaRPr lang="en-US"/>
        </a:p>
      </dgm:t>
    </dgm:pt>
    <dgm:pt modelId="{06AF032F-4991-2F4B-9149-309664D5D5D5}">
      <dgm:prSet phldrT="[Text]"/>
      <dgm:spPr/>
      <dgm:t>
        <a:bodyPr/>
        <a:lstStyle/>
        <a:p>
          <a:r>
            <a:rPr lang="en-US" dirty="0" err="1"/>
            <a:t>监控</a:t>
          </a:r>
          <a:r>
            <a:rPr lang="zh-CN" altLang="en-US" dirty="0"/>
            <a:t>（</a:t>
          </a:r>
          <a:r>
            <a:rPr lang="en-US" altLang="zh-CN" dirty="0"/>
            <a:t>TODO</a:t>
          </a:r>
          <a:r>
            <a:rPr lang="zh-CN" altLang="en-US" dirty="0"/>
            <a:t>）</a:t>
          </a:r>
          <a:endParaRPr lang="en-US" dirty="0"/>
        </a:p>
      </dgm:t>
    </dgm:pt>
    <dgm:pt modelId="{BFAD127F-51D8-874B-B5AA-939B5C50491D}" type="parTrans" cxnId="{98C1E9DA-E358-6E40-A94F-E5480C0BD539}">
      <dgm:prSet/>
      <dgm:spPr/>
      <dgm:t>
        <a:bodyPr/>
        <a:lstStyle/>
        <a:p>
          <a:endParaRPr lang="en-US"/>
        </a:p>
      </dgm:t>
    </dgm:pt>
    <dgm:pt modelId="{09CB8D22-8219-BA44-AA03-9373E52529C7}" type="sibTrans" cxnId="{98C1E9DA-E358-6E40-A94F-E5480C0BD539}">
      <dgm:prSet/>
      <dgm:spPr/>
      <dgm:t>
        <a:bodyPr/>
        <a:lstStyle/>
        <a:p>
          <a:endParaRPr lang="en-US"/>
        </a:p>
      </dgm:t>
    </dgm:pt>
    <dgm:pt modelId="{30F1A990-3B00-8742-91A6-198216797F75}" type="pres">
      <dgm:prSet presAssocID="{45080A8E-C369-4C44-8343-BB62C0E2D38A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BCD3941F-1165-5247-8F9B-2F701734C33D}" type="pres">
      <dgm:prSet presAssocID="{5081E8CE-BAAD-0343-AEC6-A1357CA9EB42}" presName="centerShape" presStyleLbl="node0" presStyleIdx="0" presStyleCnt="1"/>
      <dgm:spPr/>
    </dgm:pt>
    <dgm:pt modelId="{294D3AB4-E974-7246-B611-0A92E2ACC3C5}" type="pres">
      <dgm:prSet presAssocID="{273253C7-B8E0-0B46-BB7D-F1700C07593E}" presName="parTrans" presStyleLbl="sibTrans2D1" presStyleIdx="0" presStyleCnt="6"/>
      <dgm:spPr/>
    </dgm:pt>
    <dgm:pt modelId="{234D89DE-3145-BA4B-8C6E-452E9C5184D8}" type="pres">
      <dgm:prSet presAssocID="{273253C7-B8E0-0B46-BB7D-F1700C07593E}" presName="connectorText" presStyleLbl="sibTrans2D1" presStyleIdx="0" presStyleCnt="6"/>
      <dgm:spPr/>
    </dgm:pt>
    <dgm:pt modelId="{40628C15-142B-3B4B-B7A8-273008EA05F4}" type="pres">
      <dgm:prSet presAssocID="{E6778F63-BBC4-2B47-A639-F168E7B57970}" presName="node" presStyleLbl="node1" presStyleIdx="0" presStyleCnt="6">
        <dgm:presLayoutVars>
          <dgm:bulletEnabled val="1"/>
        </dgm:presLayoutVars>
      </dgm:prSet>
      <dgm:spPr/>
    </dgm:pt>
    <dgm:pt modelId="{184A9D54-55B0-D647-8767-E9C705080BD7}" type="pres">
      <dgm:prSet presAssocID="{4EF26DEA-4C28-9249-8ADD-E4AE48FB57BC}" presName="parTrans" presStyleLbl="sibTrans2D1" presStyleIdx="1" presStyleCnt="6"/>
      <dgm:spPr/>
    </dgm:pt>
    <dgm:pt modelId="{5A12B812-EFB7-BF4E-887C-44113760CA09}" type="pres">
      <dgm:prSet presAssocID="{4EF26DEA-4C28-9249-8ADD-E4AE48FB57BC}" presName="connectorText" presStyleLbl="sibTrans2D1" presStyleIdx="1" presStyleCnt="6"/>
      <dgm:spPr/>
    </dgm:pt>
    <dgm:pt modelId="{5A7DFD18-7652-2844-A4E6-0298987CB0E7}" type="pres">
      <dgm:prSet presAssocID="{019A14E4-2772-6947-A881-0EADF9B71D39}" presName="node" presStyleLbl="node1" presStyleIdx="1" presStyleCnt="6" custScaleX="131923" custScaleY="113233">
        <dgm:presLayoutVars>
          <dgm:bulletEnabled val="1"/>
        </dgm:presLayoutVars>
      </dgm:prSet>
      <dgm:spPr/>
    </dgm:pt>
    <dgm:pt modelId="{3AF5F1FC-DEAE-384E-AE3A-B60A825CA0C6}" type="pres">
      <dgm:prSet presAssocID="{D79DEFAD-D946-084E-8405-74492A595157}" presName="parTrans" presStyleLbl="sibTrans2D1" presStyleIdx="2" presStyleCnt="6"/>
      <dgm:spPr/>
    </dgm:pt>
    <dgm:pt modelId="{7A168504-30EF-0241-BC41-8ED5FDFD6815}" type="pres">
      <dgm:prSet presAssocID="{D79DEFAD-D946-084E-8405-74492A595157}" presName="connectorText" presStyleLbl="sibTrans2D1" presStyleIdx="2" presStyleCnt="6"/>
      <dgm:spPr/>
    </dgm:pt>
    <dgm:pt modelId="{AE22BBBB-A52D-8C4A-AD2C-1C44839E05CC}" type="pres">
      <dgm:prSet presAssocID="{5B579C9D-D58B-BC4F-84B3-B37DB87DF8C7}" presName="node" presStyleLbl="node1" presStyleIdx="2" presStyleCnt="6">
        <dgm:presLayoutVars>
          <dgm:bulletEnabled val="1"/>
        </dgm:presLayoutVars>
      </dgm:prSet>
      <dgm:spPr/>
    </dgm:pt>
    <dgm:pt modelId="{8D0B7DA5-7F85-B24F-A8C7-D18F669AD98B}" type="pres">
      <dgm:prSet presAssocID="{83F5A44A-DF43-A940-8949-B85395027DA4}" presName="parTrans" presStyleLbl="sibTrans2D1" presStyleIdx="3" presStyleCnt="6"/>
      <dgm:spPr/>
    </dgm:pt>
    <dgm:pt modelId="{1FFA7522-29FF-FF45-B9BC-67829AAFF015}" type="pres">
      <dgm:prSet presAssocID="{83F5A44A-DF43-A940-8949-B85395027DA4}" presName="connectorText" presStyleLbl="sibTrans2D1" presStyleIdx="3" presStyleCnt="6"/>
      <dgm:spPr/>
    </dgm:pt>
    <dgm:pt modelId="{D4EE6F7D-E113-1A4E-A0E7-558CC41930DB}" type="pres">
      <dgm:prSet presAssocID="{E5D561D8-6EF0-2442-AFA6-E6A04C16933F}" presName="node" presStyleLbl="node1" presStyleIdx="3" presStyleCnt="6">
        <dgm:presLayoutVars>
          <dgm:bulletEnabled val="1"/>
        </dgm:presLayoutVars>
      </dgm:prSet>
      <dgm:spPr/>
    </dgm:pt>
    <dgm:pt modelId="{C17945F1-743E-0D48-A165-4F3A15B0CCFE}" type="pres">
      <dgm:prSet presAssocID="{F7DE68C6-3611-EC49-88F0-98531ACDD008}" presName="parTrans" presStyleLbl="sibTrans2D1" presStyleIdx="4" presStyleCnt="6"/>
      <dgm:spPr/>
    </dgm:pt>
    <dgm:pt modelId="{DC59F422-4D63-EE49-B679-9F1F1794CF17}" type="pres">
      <dgm:prSet presAssocID="{F7DE68C6-3611-EC49-88F0-98531ACDD008}" presName="connectorText" presStyleLbl="sibTrans2D1" presStyleIdx="4" presStyleCnt="6"/>
      <dgm:spPr/>
    </dgm:pt>
    <dgm:pt modelId="{74AA4651-A643-4D45-9EAB-5F20D3C4500D}" type="pres">
      <dgm:prSet presAssocID="{60B0AF0B-3FDD-EA45-9829-0BFD43A74D37}" presName="node" presStyleLbl="node1" presStyleIdx="4" presStyleCnt="6">
        <dgm:presLayoutVars>
          <dgm:bulletEnabled val="1"/>
        </dgm:presLayoutVars>
      </dgm:prSet>
      <dgm:spPr/>
    </dgm:pt>
    <dgm:pt modelId="{B1FF08B9-7486-8E4B-B7A8-6DF90C86384D}" type="pres">
      <dgm:prSet presAssocID="{BFAD127F-51D8-874B-B5AA-939B5C50491D}" presName="parTrans" presStyleLbl="sibTrans2D1" presStyleIdx="5" presStyleCnt="6"/>
      <dgm:spPr/>
    </dgm:pt>
    <dgm:pt modelId="{98E8ACC7-AB46-AA46-BF87-D0A497D9A8E8}" type="pres">
      <dgm:prSet presAssocID="{BFAD127F-51D8-874B-B5AA-939B5C50491D}" presName="connectorText" presStyleLbl="sibTrans2D1" presStyleIdx="5" presStyleCnt="6"/>
      <dgm:spPr/>
    </dgm:pt>
    <dgm:pt modelId="{26ECBD5D-347D-0E45-A9C3-6D7698642191}" type="pres">
      <dgm:prSet presAssocID="{06AF032F-4991-2F4B-9149-309664D5D5D5}" presName="node" presStyleLbl="node1" presStyleIdx="5" presStyleCnt="6">
        <dgm:presLayoutVars>
          <dgm:bulletEnabled val="1"/>
        </dgm:presLayoutVars>
      </dgm:prSet>
      <dgm:spPr/>
    </dgm:pt>
  </dgm:ptLst>
  <dgm:cxnLst>
    <dgm:cxn modelId="{871E0A1B-02EE-F447-8F8E-7BD75CEE01EA}" srcId="{5081E8CE-BAAD-0343-AEC6-A1357CA9EB42}" destId="{E5D561D8-6EF0-2442-AFA6-E6A04C16933F}" srcOrd="3" destOrd="0" parTransId="{83F5A44A-DF43-A940-8949-B85395027DA4}" sibTransId="{9EAE3ACE-C41F-8D4F-9ED9-7B91B1A123EB}"/>
    <dgm:cxn modelId="{4B609026-FFF9-6E4E-8E42-064B4677606B}" type="presOf" srcId="{F7DE68C6-3611-EC49-88F0-98531ACDD008}" destId="{C17945F1-743E-0D48-A165-4F3A15B0CCFE}" srcOrd="0" destOrd="0" presId="urn:microsoft.com/office/officeart/2005/8/layout/radial5"/>
    <dgm:cxn modelId="{897F5146-EABC-D640-8862-BF55ACC698BB}" type="presOf" srcId="{D79DEFAD-D946-084E-8405-74492A595157}" destId="{3AF5F1FC-DEAE-384E-AE3A-B60A825CA0C6}" srcOrd="0" destOrd="0" presId="urn:microsoft.com/office/officeart/2005/8/layout/radial5"/>
    <dgm:cxn modelId="{16BF9D49-9955-4743-B3CC-D0B7BFEC73BB}" type="presOf" srcId="{019A14E4-2772-6947-A881-0EADF9B71D39}" destId="{5A7DFD18-7652-2844-A4E6-0298987CB0E7}" srcOrd="0" destOrd="0" presId="urn:microsoft.com/office/officeart/2005/8/layout/radial5"/>
    <dgm:cxn modelId="{2A86F450-BB22-7240-8F9F-008BFEC97516}" type="presOf" srcId="{83F5A44A-DF43-A940-8949-B85395027DA4}" destId="{8D0B7DA5-7F85-B24F-A8C7-D18F669AD98B}" srcOrd="0" destOrd="0" presId="urn:microsoft.com/office/officeart/2005/8/layout/radial5"/>
    <dgm:cxn modelId="{4ABFB654-0B6A-694D-8919-4D9316BA6163}" type="presOf" srcId="{4EF26DEA-4C28-9249-8ADD-E4AE48FB57BC}" destId="{5A12B812-EFB7-BF4E-887C-44113760CA09}" srcOrd="1" destOrd="0" presId="urn:microsoft.com/office/officeart/2005/8/layout/radial5"/>
    <dgm:cxn modelId="{9BF74771-7333-E947-ABDC-0FF940A3A788}" type="presOf" srcId="{E6778F63-BBC4-2B47-A639-F168E7B57970}" destId="{40628C15-142B-3B4B-B7A8-273008EA05F4}" srcOrd="0" destOrd="0" presId="urn:microsoft.com/office/officeart/2005/8/layout/radial5"/>
    <dgm:cxn modelId="{D5EEBA72-3B0A-084D-B3CC-405F87009B6D}" srcId="{45080A8E-C369-4C44-8343-BB62C0E2D38A}" destId="{5081E8CE-BAAD-0343-AEC6-A1357CA9EB42}" srcOrd="0" destOrd="0" parTransId="{48CB2813-8079-4343-8C70-787C8EE638C8}" sibTransId="{1817557D-7360-9A49-920A-777A48A466E7}"/>
    <dgm:cxn modelId="{88DAD081-8846-414A-B463-7A46687D086A}" srcId="{5081E8CE-BAAD-0343-AEC6-A1357CA9EB42}" destId="{5B579C9D-D58B-BC4F-84B3-B37DB87DF8C7}" srcOrd="2" destOrd="0" parTransId="{D79DEFAD-D946-084E-8405-74492A595157}" sibTransId="{94CD974F-398A-6F4F-BC4B-0CF5F90F0F96}"/>
    <dgm:cxn modelId="{A7A51783-B73F-C449-B8BE-C48775807391}" type="presOf" srcId="{D79DEFAD-D946-084E-8405-74492A595157}" destId="{7A168504-30EF-0241-BC41-8ED5FDFD6815}" srcOrd="1" destOrd="0" presId="urn:microsoft.com/office/officeart/2005/8/layout/radial5"/>
    <dgm:cxn modelId="{7C89F883-F81F-3E44-A1E0-8732E4791A83}" srcId="{5081E8CE-BAAD-0343-AEC6-A1357CA9EB42}" destId="{019A14E4-2772-6947-A881-0EADF9B71D39}" srcOrd="1" destOrd="0" parTransId="{4EF26DEA-4C28-9249-8ADD-E4AE48FB57BC}" sibTransId="{6141A0BA-1ED4-584B-86EE-D14A2EA4ECDF}"/>
    <dgm:cxn modelId="{8C86D78D-CAC8-924A-8187-35BA58D93970}" type="presOf" srcId="{5B579C9D-D58B-BC4F-84B3-B37DB87DF8C7}" destId="{AE22BBBB-A52D-8C4A-AD2C-1C44839E05CC}" srcOrd="0" destOrd="0" presId="urn:microsoft.com/office/officeart/2005/8/layout/radial5"/>
    <dgm:cxn modelId="{6227A08E-580B-C34C-AF36-F8FFF3CA25AC}" type="presOf" srcId="{45080A8E-C369-4C44-8343-BB62C0E2D38A}" destId="{30F1A990-3B00-8742-91A6-198216797F75}" srcOrd="0" destOrd="0" presId="urn:microsoft.com/office/officeart/2005/8/layout/radial5"/>
    <dgm:cxn modelId="{9B4DE58E-88D4-5447-B0B4-2E72E3E7FB52}" type="presOf" srcId="{273253C7-B8E0-0B46-BB7D-F1700C07593E}" destId="{234D89DE-3145-BA4B-8C6E-452E9C5184D8}" srcOrd="1" destOrd="0" presId="urn:microsoft.com/office/officeart/2005/8/layout/radial5"/>
    <dgm:cxn modelId="{30655E92-EEE0-6C46-9647-E6B75975BA23}" type="presOf" srcId="{83F5A44A-DF43-A940-8949-B85395027DA4}" destId="{1FFA7522-29FF-FF45-B9BC-67829AAFF015}" srcOrd="1" destOrd="0" presId="urn:microsoft.com/office/officeart/2005/8/layout/radial5"/>
    <dgm:cxn modelId="{E54188A4-A061-3C4D-8EC7-2508E13CF87D}" type="presOf" srcId="{F7DE68C6-3611-EC49-88F0-98531ACDD008}" destId="{DC59F422-4D63-EE49-B679-9F1F1794CF17}" srcOrd="1" destOrd="0" presId="urn:microsoft.com/office/officeart/2005/8/layout/radial5"/>
    <dgm:cxn modelId="{3F8838A5-CA1B-DD41-AAB5-3E70E028E385}" type="presOf" srcId="{BFAD127F-51D8-874B-B5AA-939B5C50491D}" destId="{98E8ACC7-AB46-AA46-BF87-D0A497D9A8E8}" srcOrd="1" destOrd="0" presId="urn:microsoft.com/office/officeart/2005/8/layout/radial5"/>
    <dgm:cxn modelId="{943111AF-A3C5-F443-8E68-9ABCAB9C7131}" type="presOf" srcId="{BFAD127F-51D8-874B-B5AA-939B5C50491D}" destId="{B1FF08B9-7486-8E4B-B7A8-6DF90C86384D}" srcOrd="0" destOrd="0" presId="urn:microsoft.com/office/officeart/2005/8/layout/radial5"/>
    <dgm:cxn modelId="{E528CDB5-5996-8240-9F93-CCF57EB69FE5}" type="presOf" srcId="{06AF032F-4991-2F4B-9149-309664D5D5D5}" destId="{26ECBD5D-347D-0E45-A9C3-6D7698642191}" srcOrd="0" destOrd="0" presId="urn:microsoft.com/office/officeart/2005/8/layout/radial5"/>
    <dgm:cxn modelId="{BF71ACBA-B8A5-9644-8895-10954289D2A2}" type="presOf" srcId="{4EF26DEA-4C28-9249-8ADD-E4AE48FB57BC}" destId="{184A9D54-55B0-D647-8767-E9C705080BD7}" srcOrd="0" destOrd="0" presId="urn:microsoft.com/office/officeart/2005/8/layout/radial5"/>
    <dgm:cxn modelId="{C8F813BD-4066-474B-9007-F1145E0B1638}" srcId="{5081E8CE-BAAD-0343-AEC6-A1357CA9EB42}" destId="{E6778F63-BBC4-2B47-A639-F168E7B57970}" srcOrd="0" destOrd="0" parTransId="{273253C7-B8E0-0B46-BB7D-F1700C07593E}" sibTransId="{E6BE4671-A1A7-9942-8AA7-ACF0C34D0466}"/>
    <dgm:cxn modelId="{FBFC8CD9-FB47-C74F-9589-F09AAB89A143}" type="presOf" srcId="{5081E8CE-BAAD-0343-AEC6-A1357CA9EB42}" destId="{BCD3941F-1165-5247-8F9B-2F701734C33D}" srcOrd="0" destOrd="0" presId="urn:microsoft.com/office/officeart/2005/8/layout/radial5"/>
    <dgm:cxn modelId="{98C1E9DA-E358-6E40-A94F-E5480C0BD539}" srcId="{5081E8CE-BAAD-0343-AEC6-A1357CA9EB42}" destId="{06AF032F-4991-2F4B-9149-309664D5D5D5}" srcOrd="5" destOrd="0" parTransId="{BFAD127F-51D8-874B-B5AA-939B5C50491D}" sibTransId="{09CB8D22-8219-BA44-AA03-9373E52529C7}"/>
    <dgm:cxn modelId="{9EDCA0DE-827A-6744-B52C-AF41CAEEBF5E}" type="presOf" srcId="{273253C7-B8E0-0B46-BB7D-F1700C07593E}" destId="{294D3AB4-E974-7246-B611-0A92E2ACC3C5}" srcOrd="0" destOrd="0" presId="urn:microsoft.com/office/officeart/2005/8/layout/radial5"/>
    <dgm:cxn modelId="{1D363BEB-86F9-9F4B-824A-99E7EBCAD04A}" srcId="{5081E8CE-BAAD-0343-AEC6-A1357CA9EB42}" destId="{60B0AF0B-3FDD-EA45-9829-0BFD43A74D37}" srcOrd="4" destOrd="0" parTransId="{F7DE68C6-3611-EC49-88F0-98531ACDD008}" sibTransId="{82B72704-BC24-CC4D-B8C5-2D3E280547ED}"/>
    <dgm:cxn modelId="{9ABC37F4-9CC1-D54E-BEC8-E8C5870AD510}" type="presOf" srcId="{E5D561D8-6EF0-2442-AFA6-E6A04C16933F}" destId="{D4EE6F7D-E113-1A4E-A0E7-558CC41930DB}" srcOrd="0" destOrd="0" presId="urn:microsoft.com/office/officeart/2005/8/layout/radial5"/>
    <dgm:cxn modelId="{107981F8-0C73-1B41-A0DD-B616F9C03337}" type="presOf" srcId="{60B0AF0B-3FDD-EA45-9829-0BFD43A74D37}" destId="{74AA4651-A643-4D45-9EAB-5F20D3C4500D}" srcOrd="0" destOrd="0" presId="urn:microsoft.com/office/officeart/2005/8/layout/radial5"/>
    <dgm:cxn modelId="{C5FA4190-AE63-724A-AF6B-F4B9AF109B6F}" type="presParOf" srcId="{30F1A990-3B00-8742-91A6-198216797F75}" destId="{BCD3941F-1165-5247-8F9B-2F701734C33D}" srcOrd="0" destOrd="0" presId="urn:microsoft.com/office/officeart/2005/8/layout/radial5"/>
    <dgm:cxn modelId="{07EFA7F0-7BF0-5442-BF26-8F381030E325}" type="presParOf" srcId="{30F1A990-3B00-8742-91A6-198216797F75}" destId="{294D3AB4-E974-7246-B611-0A92E2ACC3C5}" srcOrd="1" destOrd="0" presId="urn:microsoft.com/office/officeart/2005/8/layout/radial5"/>
    <dgm:cxn modelId="{C9618C13-6542-F04F-9749-1B7809DD5E0D}" type="presParOf" srcId="{294D3AB4-E974-7246-B611-0A92E2ACC3C5}" destId="{234D89DE-3145-BA4B-8C6E-452E9C5184D8}" srcOrd="0" destOrd="0" presId="urn:microsoft.com/office/officeart/2005/8/layout/radial5"/>
    <dgm:cxn modelId="{3C301650-E511-594F-BC3D-1DD2FABCAC72}" type="presParOf" srcId="{30F1A990-3B00-8742-91A6-198216797F75}" destId="{40628C15-142B-3B4B-B7A8-273008EA05F4}" srcOrd="2" destOrd="0" presId="urn:microsoft.com/office/officeart/2005/8/layout/radial5"/>
    <dgm:cxn modelId="{FE8E9E7C-BB86-A34C-A5F5-344B7ADDF93B}" type="presParOf" srcId="{30F1A990-3B00-8742-91A6-198216797F75}" destId="{184A9D54-55B0-D647-8767-E9C705080BD7}" srcOrd="3" destOrd="0" presId="urn:microsoft.com/office/officeart/2005/8/layout/radial5"/>
    <dgm:cxn modelId="{2D5FD55F-CBF8-0F40-8FA4-022BFB465AC5}" type="presParOf" srcId="{184A9D54-55B0-D647-8767-E9C705080BD7}" destId="{5A12B812-EFB7-BF4E-887C-44113760CA09}" srcOrd="0" destOrd="0" presId="urn:microsoft.com/office/officeart/2005/8/layout/radial5"/>
    <dgm:cxn modelId="{AA601920-A44C-A64F-8D21-9A60714DE0A7}" type="presParOf" srcId="{30F1A990-3B00-8742-91A6-198216797F75}" destId="{5A7DFD18-7652-2844-A4E6-0298987CB0E7}" srcOrd="4" destOrd="0" presId="urn:microsoft.com/office/officeart/2005/8/layout/radial5"/>
    <dgm:cxn modelId="{C50618A7-ED01-3348-B00B-A11E5FA8CA6C}" type="presParOf" srcId="{30F1A990-3B00-8742-91A6-198216797F75}" destId="{3AF5F1FC-DEAE-384E-AE3A-B60A825CA0C6}" srcOrd="5" destOrd="0" presId="urn:microsoft.com/office/officeart/2005/8/layout/radial5"/>
    <dgm:cxn modelId="{3C4A2119-28ED-2340-BA92-3BDCE4899AD1}" type="presParOf" srcId="{3AF5F1FC-DEAE-384E-AE3A-B60A825CA0C6}" destId="{7A168504-30EF-0241-BC41-8ED5FDFD6815}" srcOrd="0" destOrd="0" presId="urn:microsoft.com/office/officeart/2005/8/layout/radial5"/>
    <dgm:cxn modelId="{3D425EF3-032F-EE46-8C26-6250BEF34A41}" type="presParOf" srcId="{30F1A990-3B00-8742-91A6-198216797F75}" destId="{AE22BBBB-A52D-8C4A-AD2C-1C44839E05CC}" srcOrd="6" destOrd="0" presId="urn:microsoft.com/office/officeart/2005/8/layout/radial5"/>
    <dgm:cxn modelId="{A7553869-4B4E-044A-A723-DB6B6CD20381}" type="presParOf" srcId="{30F1A990-3B00-8742-91A6-198216797F75}" destId="{8D0B7DA5-7F85-B24F-A8C7-D18F669AD98B}" srcOrd="7" destOrd="0" presId="urn:microsoft.com/office/officeart/2005/8/layout/radial5"/>
    <dgm:cxn modelId="{78603776-4F65-A248-8F12-1601F63DF3D0}" type="presParOf" srcId="{8D0B7DA5-7F85-B24F-A8C7-D18F669AD98B}" destId="{1FFA7522-29FF-FF45-B9BC-67829AAFF015}" srcOrd="0" destOrd="0" presId="urn:microsoft.com/office/officeart/2005/8/layout/radial5"/>
    <dgm:cxn modelId="{F709BB4F-D981-BC49-A27A-789100DBE437}" type="presParOf" srcId="{30F1A990-3B00-8742-91A6-198216797F75}" destId="{D4EE6F7D-E113-1A4E-A0E7-558CC41930DB}" srcOrd="8" destOrd="0" presId="urn:microsoft.com/office/officeart/2005/8/layout/radial5"/>
    <dgm:cxn modelId="{30887BF1-3D09-504D-9352-750B2F70747E}" type="presParOf" srcId="{30F1A990-3B00-8742-91A6-198216797F75}" destId="{C17945F1-743E-0D48-A165-4F3A15B0CCFE}" srcOrd="9" destOrd="0" presId="urn:microsoft.com/office/officeart/2005/8/layout/radial5"/>
    <dgm:cxn modelId="{1AB92D2F-2F65-8A4E-A4CB-74A471D43EF0}" type="presParOf" srcId="{C17945F1-743E-0D48-A165-4F3A15B0CCFE}" destId="{DC59F422-4D63-EE49-B679-9F1F1794CF17}" srcOrd="0" destOrd="0" presId="urn:microsoft.com/office/officeart/2005/8/layout/radial5"/>
    <dgm:cxn modelId="{4421BC17-E0FA-414C-9467-D04DBA0F4E38}" type="presParOf" srcId="{30F1A990-3B00-8742-91A6-198216797F75}" destId="{74AA4651-A643-4D45-9EAB-5F20D3C4500D}" srcOrd="10" destOrd="0" presId="urn:microsoft.com/office/officeart/2005/8/layout/radial5"/>
    <dgm:cxn modelId="{F0E43738-B099-CE4F-964F-11F9381B9E1C}" type="presParOf" srcId="{30F1A990-3B00-8742-91A6-198216797F75}" destId="{B1FF08B9-7486-8E4B-B7A8-6DF90C86384D}" srcOrd="11" destOrd="0" presId="urn:microsoft.com/office/officeart/2005/8/layout/radial5"/>
    <dgm:cxn modelId="{610F009F-CF00-6146-8205-457D8B6E90FE}" type="presParOf" srcId="{B1FF08B9-7486-8E4B-B7A8-6DF90C86384D}" destId="{98E8ACC7-AB46-AA46-BF87-D0A497D9A8E8}" srcOrd="0" destOrd="0" presId="urn:microsoft.com/office/officeart/2005/8/layout/radial5"/>
    <dgm:cxn modelId="{998BD67F-0136-C64C-92DD-8F0056FC8C98}" type="presParOf" srcId="{30F1A990-3B00-8742-91A6-198216797F75}" destId="{26ECBD5D-347D-0E45-A9C3-6D7698642191}" srcOrd="12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961A40-FDF7-2F47-8E44-59AAB6360FB3}">
      <dsp:nvSpPr>
        <dsp:cNvPr id="0" name=""/>
        <dsp:cNvSpPr/>
      </dsp:nvSpPr>
      <dsp:spPr>
        <a:xfrm>
          <a:off x="0" y="0"/>
          <a:ext cx="3992438" cy="4977045"/>
        </a:xfrm>
        <a:prstGeom prst="triangl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17697C-2A84-BB47-B7D1-A35FB5556B31}">
      <dsp:nvSpPr>
        <dsp:cNvPr id="0" name=""/>
        <dsp:cNvSpPr/>
      </dsp:nvSpPr>
      <dsp:spPr>
        <a:xfrm>
          <a:off x="1996219" y="498190"/>
          <a:ext cx="2595084" cy="88459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b="0" i="0" u="none" kern="1200" dirty="0"/>
            <a:t>小</a:t>
          </a:r>
          <a:r>
            <a:rPr lang="zh-CN" altLang="en-US" sz="2300" b="0" i="0" u="none" kern="1200" dirty="0"/>
            <a:t> </a:t>
          </a:r>
          <a:r>
            <a:rPr lang="en-US" altLang="zh-CN" sz="2300" b="0" i="0" u="none" kern="1200" dirty="0"/>
            <a:t>-</a:t>
          </a:r>
          <a:r>
            <a:rPr lang="zh-CN" altLang="en-US" sz="2300" b="0" i="0" u="none" kern="1200" dirty="0"/>
            <a:t> </a:t>
          </a:r>
          <a:r>
            <a:rPr lang="zh-CN" sz="2300" b="0" i="0" u="none" kern="1200" dirty="0"/>
            <a:t>安装包</a:t>
          </a:r>
          <a:r>
            <a:rPr lang="zh-CN" altLang="en-US" sz="2300" b="0" i="0" u="none" kern="1200" dirty="0"/>
            <a:t>、存储</a:t>
          </a:r>
          <a:endParaRPr lang="en-US" sz="2300" b="0" i="0" u="none" kern="1200" dirty="0"/>
        </a:p>
      </dsp:txBody>
      <dsp:txXfrm>
        <a:off x="2039401" y="541372"/>
        <a:ext cx="2508720" cy="798227"/>
      </dsp:txXfrm>
    </dsp:sp>
    <dsp:sp modelId="{B21F0E77-22AC-F043-811F-9C9DE51548AD}">
      <dsp:nvSpPr>
        <dsp:cNvPr id="0" name=""/>
        <dsp:cNvSpPr/>
      </dsp:nvSpPr>
      <dsp:spPr>
        <a:xfrm>
          <a:off x="1996219" y="1493356"/>
          <a:ext cx="2595084" cy="88459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b="0" i="0" u="none" kern="1200" dirty="0"/>
            <a:t>省</a:t>
          </a:r>
          <a:r>
            <a:rPr lang="zh-CN" altLang="en-US" sz="2300" b="0" i="0" u="none" kern="1200" dirty="0"/>
            <a:t> </a:t>
          </a:r>
          <a:r>
            <a:rPr lang="en-US" altLang="zh-CN" sz="2300" b="0" i="0" u="none" kern="1200" dirty="0"/>
            <a:t>-</a:t>
          </a:r>
          <a:r>
            <a:rPr lang="zh-CN" altLang="en-US" sz="2300" b="0" i="0" u="none" kern="1200" dirty="0"/>
            <a:t> </a:t>
          </a:r>
          <a:r>
            <a:rPr lang="zh-CN" sz="2300" b="0" i="0" u="none" kern="1200" dirty="0"/>
            <a:t>省电、省流量</a:t>
          </a:r>
          <a:endParaRPr lang="en-US" sz="2300" b="0" i="0" u="none" kern="1200" dirty="0"/>
        </a:p>
      </dsp:txBody>
      <dsp:txXfrm>
        <a:off x="2039401" y="1536538"/>
        <a:ext cx="2508720" cy="798227"/>
      </dsp:txXfrm>
    </dsp:sp>
    <dsp:sp modelId="{CD784241-159B-F442-B93B-54B6DC63B591}">
      <dsp:nvSpPr>
        <dsp:cNvPr id="0" name=""/>
        <dsp:cNvSpPr/>
      </dsp:nvSpPr>
      <dsp:spPr>
        <a:xfrm>
          <a:off x="1996219" y="2488522"/>
          <a:ext cx="2595084" cy="88459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1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b="0" i="0" u="none" kern="1200" dirty="0"/>
            <a:t>快</a:t>
          </a:r>
          <a:r>
            <a:rPr lang="zh-CN" altLang="en-US" sz="2300" b="0" i="0" u="none" kern="1200" dirty="0"/>
            <a:t> </a:t>
          </a:r>
          <a:r>
            <a:rPr lang="en-US" altLang="zh-CN" sz="2300" b="0" i="0" u="none" kern="1200" dirty="0"/>
            <a:t>-</a:t>
          </a:r>
          <a:r>
            <a:rPr lang="zh-CN" altLang="en-US" sz="2300" b="0" i="0" u="none" kern="1200" dirty="0"/>
            <a:t> </a:t>
          </a:r>
          <a:r>
            <a:rPr lang="zh-CN" sz="2300" b="0" i="0" u="none" kern="1200" dirty="0"/>
            <a:t>流畅</a:t>
          </a:r>
          <a:endParaRPr lang="en-US" sz="2300" kern="1200" dirty="0"/>
        </a:p>
      </dsp:txBody>
      <dsp:txXfrm>
        <a:off x="2039401" y="2531704"/>
        <a:ext cx="2508720" cy="798227"/>
      </dsp:txXfrm>
    </dsp:sp>
    <dsp:sp modelId="{0E50379D-1C9C-D14E-ACCC-574FB7720771}">
      <dsp:nvSpPr>
        <dsp:cNvPr id="0" name=""/>
        <dsp:cNvSpPr/>
      </dsp:nvSpPr>
      <dsp:spPr>
        <a:xfrm>
          <a:off x="1996219" y="3483688"/>
          <a:ext cx="2595084" cy="884591"/>
        </a:xfrm>
        <a:prstGeom prst="round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57150" extrusionH="63500" prstMaterial="matte"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300" b="0" i="0" u="none" kern="1200" dirty="0"/>
            <a:t>稳</a:t>
          </a:r>
          <a:r>
            <a:rPr lang="zh-CN" altLang="en-US" sz="2300" b="0" i="0" u="none" kern="1200" dirty="0"/>
            <a:t> </a:t>
          </a:r>
          <a:r>
            <a:rPr lang="en-US" altLang="zh-CN" sz="2300" b="0" i="0" u="none" kern="1200" dirty="0"/>
            <a:t>-</a:t>
          </a:r>
          <a:r>
            <a:rPr lang="zh-CN" altLang="en-US" sz="2300" b="0" i="0" u="none" kern="1200" dirty="0"/>
            <a:t> </a:t>
          </a:r>
          <a:r>
            <a:rPr lang="zh-CN" sz="2300" b="0" i="0" u="none" kern="1200" dirty="0"/>
            <a:t>稳定</a:t>
          </a:r>
          <a:endParaRPr lang="en-US" sz="2300" b="0" i="0" u="none" kern="1200" dirty="0"/>
        </a:p>
      </dsp:txBody>
      <dsp:txXfrm>
        <a:off x="2039401" y="3526870"/>
        <a:ext cx="2508720" cy="7982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D3941F-1165-5247-8F9B-2F701734C33D}">
      <dsp:nvSpPr>
        <dsp:cNvPr id="0" name=""/>
        <dsp:cNvSpPr/>
      </dsp:nvSpPr>
      <dsp:spPr>
        <a:xfrm>
          <a:off x="2216464" y="1559421"/>
          <a:ext cx="905470" cy="90547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绘制</a:t>
          </a:r>
          <a:endParaRPr lang="en-US" sz="1200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优化</a:t>
          </a:r>
          <a:endParaRPr lang="en-US" sz="1200" kern="1200" dirty="0"/>
        </a:p>
      </dsp:txBody>
      <dsp:txXfrm>
        <a:off x="2349067" y="1692024"/>
        <a:ext cx="640264" cy="640264"/>
      </dsp:txXfrm>
    </dsp:sp>
    <dsp:sp modelId="{294D3AB4-E974-7246-B611-0A92E2ACC3C5}">
      <dsp:nvSpPr>
        <dsp:cNvPr id="0" name=""/>
        <dsp:cNvSpPr/>
      </dsp:nvSpPr>
      <dsp:spPr>
        <a:xfrm rot="16200000">
          <a:off x="2556621" y="1199453"/>
          <a:ext cx="225155" cy="3078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590394" y="1294798"/>
        <a:ext cx="157609" cy="184715"/>
      </dsp:txXfrm>
    </dsp:sp>
    <dsp:sp modelId="{40628C15-142B-3B4B-B7A8-273008EA05F4}">
      <dsp:nvSpPr>
        <dsp:cNvPr id="0" name=""/>
        <dsp:cNvSpPr/>
      </dsp:nvSpPr>
      <dsp:spPr>
        <a:xfrm>
          <a:off x="2103280" y="2762"/>
          <a:ext cx="1131837" cy="11318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Overdraw</a:t>
          </a:r>
        </a:p>
      </dsp:txBody>
      <dsp:txXfrm>
        <a:off x="2269034" y="168516"/>
        <a:ext cx="800329" cy="800329"/>
      </dsp:txXfrm>
    </dsp:sp>
    <dsp:sp modelId="{184A9D54-55B0-D647-8767-E9C705080BD7}">
      <dsp:nvSpPr>
        <dsp:cNvPr id="0" name=""/>
        <dsp:cNvSpPr/>
      </dsp:nvSpPr>
      <dsp:spPr>
        <a:xfrm rot="19800000">
          <a:off x="3103977" y="1565066"/>
          <a:ext cx="145979" cy="3078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3106911" y="1637587"/>
        <a:ext cx="102185" cy="184715"/>
      </dsp:txXfrm>
    </dsp:sp>
    <dsp:sp modelId="{5A7DFD18-7652-2844-A4E6-0298987CB0E7}">
      <dsp:nvSpPr>
        <dsp:cNvPr id="0" name=""/>
        <dsp:cNvSpPr/>
      </dsp:nvSpPr>
      <dsp:spPr>
        <a:xfrm>
          <a:off x="3172708" y="649611"/>
          <a:ext cx="1493154" cy="1281613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Layout</a:t>
          </a:r>
        </a:p>
      </dsp:txBody>
      <dsp:txXfrm>
        <a:off x="3391375" y="837299"/>
        <a:ext cx="1055820" cy="906237"/>
      </dsp:txXfrm>
    </dsp:sp>
    <dsp:sp modelId="{3AF5F1FC-DEAE-384E-AE3A-B60A825CA0C6}">
      <dsp:nvSpPr>
        <dsp:cNvPr id="0" name=""/>
        <dsp:cNvSpPr/>
      </dsp:nvSpPr>
      <dsp:spPr>
        <a:xfrm rot="1800000">
          <a:off x="3127136" y="2187613"/>
          <a:ext cx="225155" cy="3078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3131661" y="2232299"/>
        <a:ext cx="157609" cy="184715"/>
      </dsp:txXfrm>
    </dsp:sp>
    <dsp:sp modelId="{AE22BBBB-A52D-8C4A-AD2C-1C44839E05CC}">
      <dsp:nvSpPr>
        <dsp:cNvPr id="0" name=""/>
        <dsp:cNvSpPr/>
      </dsp:nvSpPr>
      <dsp:spPr>
        <a:xfrm>
          <a:off x="3353366" y="2167975"/>
          <a:ext cx="1131837" cy="11318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 </a:t>
          </a:r>
          <a:r>
            <a:rPr lang="en-US" sz="1200" kern="1200" dirty="0" err="1"/>
            <a:t>启动</a:t>
          </a:r>
          <a:endParaRPr lang="en-US" sz="1200" kern="1200" dirty="0"/>
        </a:p>
      </dsp:txBody>
      <dsp:txXfrm>
        <a:off x="3519120" y="2333729"/>
        <a:ext cx="800329" cy="800329"/>
      </dsp:txXfrm>
    </dsp:sp>
    <dsp:sp modelId="{8D0B7DA5-7F85-B24F-A8C7-D18F669AD98B}">
      <dsp:nvSpPr>
        <dsp:cNvPr id="0" name=""/>
        <dsp:cNvSpPr/>
      </dsp:nvSpPr>
      <dsp:spPr>
        <a:xfrm rot="5400000">
          <a:off x="2556621" y="2517000"/>
          <a:ext cx="225155" cy="3078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>
        <a:off x="2590394" y="2544799"/>
        <a:ext cx="157609" cy="184715"/>
      </dsp:txXfrm>
    </dsp:sp>
    <dsp:sp modelId="{D4EE6F7D-E113-1A4E-A0E7-558CC41930DB}">
      <dsp:nvSpPr>
        <dsp:cNvPr id="0" name=""/>
        <dsp:cNvSpPr/>
      </dsp:nvSpPr>
      <dsp:spPr>
        <a:xfrm>
          <a:off x="2103280" y="2889713"/>
          <a:ext cx="1131837" cy="11318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动画</a:t>
          </a:r>
          <a:endParaRPr lang="en-US" sz="1200" kern="1200" dirty="0"/>
        </a:p>
      </dsp:txBody>
      <dsp:txXfrm>
        <a:off x="2269034" y="3055467"/>
        <a:ext cx="800329" cy="800329"/>
      </dsp:txXfrm>
    </dsp:sp>
    <dsp:sp modelId="{C17945F1-743E-0D48-A165-4F3A15B0CCFE}">
      <dsp:nvSpPr>
        <dsp:cNvPr id="0" name=""/>
        <dsp:cNvSpPr/>
      </dsp:nvSpPr>
      <dsp:spPr>
        <a:xfrm rot="9000000">
          <a:off x="1986107" y="2187613"/>
          <a:ext cx="225155" cy="3078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2049128" y="2232299"/>
        <a:ext cx="157609" cy="184715"/>
      </dsp:txXfrm>
    </dsp:sp>
    <dsp:sp modelId="{74AA4651-A643-4D45-9EAB-5F20D3C4500D}">
      <dsp:nvSpPr>
        <dsp:cNvPr id="0" name=""/>
        <dsp:cNvSpPr/>
      </dsp:nvSpPr>
      <dsp:spPr>
        <a:xfrm>
          <a:off x="853193" y="2167975"/>
          <a:ext cx="1131837" cy="11318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工具</a:t>
          </a:r>
          <a:endParaRPr lang="en-US" sz="1200" kern="1200" dirty="0"/>
        </a:p>
      </dsp:txBody>
      <dsp:txXfrm>
        <a:off x="1018947" y="2333729"/>
        <a:ext cx="800329" cy="800329"/>
      </dsp:txXfrm>
    </dsp:sp>
    <dsp:sp modelId="{B1FF08B9-7486-8E4B-B7A8-6DF90C86384D}">
      <dsp:nvSpPr>
        <dsp:cNvPr id="0" name=""/>
        <dsp:cNvSpPr/>
      </dsp:nvSpPr>
      <dsp:spPr>
        <a:xfrm rot="12600000">
          <a:off x="1986107" y="1528839"/>
          <a:ext cx="225155" cy="30785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82000"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900" kern="1200"/>
        </a:p>
      </dsp:txBody>
      <dsp:txXfrm rot="10800000">
        <a:off x="2049128" y="1607298"/>
        <a:ext cx="157609" cy="184715"/>
      </dsp:txXfrm>
    </dsp:sp>
    <dsp:sp modelId="{26ECBD5D-347D-0E45-A9C3-6D7698642191}">
      <dsp:nvSpPr>
        <dsp:cNvPr id="0" name=""/>
        <dsp:cNvSpPr/>
      </dsp:nvSpPr>
      <dsp:spPr>
        <a:xfrm>
          <a:off x="853193" y="724499"/>
          <a:ext cx="1131837" cy="113183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 err="1"/>
            <a:t>监控</a:t>
          </a:r>
          <a:r>
            <a:rPr lang="zh-CN" altLang="en-US" sz="1200" kern="1200" dirty="0"/>
            <a:t>（</a:t>
          </a:r>
          <a:r>
            <a:rPr lang="en-US" altLang="zh-CN" sz="1200" kern="1200" dirty="0"/>
            <a:t>TODO</a:t>
          </a:r>
          <a:r>
            <a:rPr lang="zh-CN" altLang="en-US" sz="1200" kern="1200" dirty="0"/>
            <a:t>）</a:t>
          </a:r>
          <a:endParaRPr lang="en-US" sz="1200" kern="1200" dirty="0"/>
        </a:p>
      </dsp:txBody>
      <dsp:txXfrm>
        <a:off x="1018947" y="890253"/>
        <a:ext cx="800329" cy="8003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2">
  <dgm:title val=""/>
  <dgm:desc val=""/>
  <dgm:catLst>
    <dgm:cat type="pyramid" pri="3000"/>
    <dgm:cat type="list" pri="21000"/>
    <dgm:cat type="convert" pri="1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compositeShape">
    <dgm:alg type="composite"/>
    <dgm:shape xmlns:r="http://schemas.openxmlformats.org/officeDocument/2006/relationships" r:blip="">
      <dgm:adjLst/>
    </dgm:shape>
    <dgm:presOf/>
    <dgm:varLst>
      <dgm:dir/>
      <dgm:resizeHandles/>
    </dgm:varLst>
    <dgm:choose name="Name0">
      <dgm:if name="Name1" func="var" arg="dir" op="equ" val="norm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l" for="ch" forName="theList" refType="w" refFor="ch" refForName="pyramid" fact="0.5"/>
          <dgm:constr type="h" for="des" forName="aSpace" refType="h" fact="0.1"/>
        </dgm:constrLst>
      </dgm:if>
      <dgm:else name="Name2">
        <dgm:constrLst>
          <dgm:constr type="w" for="ch" forName="pyramid" refType="h"/>
          <dgm:constr type="h" for="ch" forName="pyramid" refType="h"/>
          <dgm:constr type="h" for="ch" forName="theList" refType="h" fact="0.8"/>
          <dgm:constr type="w" for="ch" forName="theList" refType="h" fact="0.65"/>
          <dgm:constr type="ctrY" for="ch" forName="theList" refType="h" refFor="ch" refForName="pyramid" fact="0.5"/>
          <dgm:constr type="r" for="ch" forName="theList" refType="w" refFor="ch" refForName="pyramid" fact="0.5"/>
          <dgm:constr type="h" for="des" forName="aSpace" refType="h" fact="0.1"/>
        </dgm:constrLst>
      </dgm:else>
    </dgm:choose>
    <dgm:ruleLst/>
    <dgm:choose name="Name3">
      <dgm:if name="Name4" axis="ch" ptType="node" func="cnt" op="gte" val="1">
        <dgm:layoutNode name="pyramid" styleLbl="node1">
          <dgm:alg type="sp"/>
          <dgm:shape xmlns:r="http://schemas.openxmlformats.org/officeDocument/2006/relationships" type="triangle" r:blip="">
            <dgm:adjLst/>
          </dgm:shape>
          <dgm:presOf/>
          <dgm:constrLst/>
          <dgm:ruleLst/>
        </dgm:layoutNode>
        <dgm:layoutNode name="theList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aNode" refType="w"/>
            <dgm:constr type="h" for="ch" forName="aNode" refType="h"/>
            <dgm:constr type="primFontSz" for="ch" ptType="node" op="equ"/>
          </dgm:constrLst>
          <dgm:ruleLst/>
          <dgm:forEach name="aNodeForEach" axis="ch" ptType="node">
            <dgm:layoutNode name="aNode" styleLbl="fgAcc1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layoutNode name="a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layoutNode>
      </dgm:if>
      <dgm:else name="Name5"/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B993B3-9CFF-2C47-B616-61C5612F51AD}" type="datetimeFigureOut">
              <a:rPr lang="en-US" smtClean="0"/>
              <a:t>9/5/18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323ADE-6258-5648-8F37-C9B2B17723D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8477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B61BEF0D-F0BB-DE4B-95CE-6DB70DBA9567}" type="datetimeFigureOut">
              <a:rPr lang="en-US" smtClean="0"/>
              <a:pPr/>
              <a:t>9/5/18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48946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770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9/5/18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3706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4392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7027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307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343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6389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1287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2661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9/5/18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2453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9/5/18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81691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9/5/18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7578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31125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043030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924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1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B61BEF0D-F0BB-DE4B-95CE-6DB70DBA9567}" type="datetimeFigureOut">
              <a:rPr lang="en-US" smtClean="0"/>
              <a:pPr/>
              <a:t>9/5/18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131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1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9/5/18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445592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310" r:id="rId1"/>
    <p:sldLayoutId id="2147485311" r:id="rId2"/>
    <p:sldLayoutId id="2147485312" r:id="rId3"/>
    <p:sldLayoutId id="2147485313" r:id="rId4"/>
    <p:sldLayoutId id="2147485314" r:id="rId5"/>
    <p:sldLayoutId id="2147485315" r:id="rId6"/>
    <p:sldLayoutId id="2147485316" r:id="rId7"/>
    <p:sldLayoutId id="2147485317" r:id="rId8"/>
    <p:sldLayoutId id="2147485318" r:id="rId9"/>
    <p:sldLayoutId id="2147485319" r:id="rId10"/>
    <p:sldLayoutId id="2147485320" r:id="rId11"/>
    <p:sldLayoutId id="2147485321" r:id="rId12"/>
    <p:sldLayoutId id="2147485322" r:id="rId13"/>
    <p:sldLayoutId id="2147485323" r:id="rId14"/>
    <p:sldLayoutId id="2147485324" r:id="rId15"/>
    <p:sldLayoutId id="2147485325" r:id="rId16"/>
    <p:sldLayoutId id="2147485326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A3647-2539-4B49-8A9F-15FC117B3FE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600" dirty="0"/>
              <a:t>Android</a:t>
            </a:r>
            <a:r>
              <a:rPr lang="zh-CN" altLang="en-US" sz="3600" dirty="0"/>
              <a:t> </a:t>
            </a:r>
            <a:r>
              <a:rPr lang="en-US" altLang="zh-CN" sz="3600" dirty="0"/>
              <a:t>Optimization</a:t>
            </a:r>
            <a:r>
              <a:rPr lang="zh-CN" altLang="en-US" sz="3600" dirty="0"/>
              <a:t> </a:t>
            </a:r>
            <a:r>
              <a:rPr lang="en-US" altLang="zh-CN" sz="3600" dirty="0"/>
              <a:t>Performance</a:t>
            </a:r>
            <a:endParaRPr lang="en-US"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5EEE75-8AEA-8244-A8D4-AE9069F53DA5}"/>
              </a:ext>
            </a:extLst>
          </p:cNvPr>
          <p:cNvSpPr txBox="1"/>
          <p:nvPr/>
        </p:nvSpPr>
        <p:spPr>
          <a:xfrm>
            <a:off x="1082566" y="4876800"/>
            <a:ext cx="727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Vicky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FE9216D-6C68-4E4A-8793-3B72F094B89C}"/>
              </a:ext>
            </a:extLst>
          </p:cNvPr>
          <p:cNvSpPr txBox="1"/>
          <p:nvPr/>
        </p:nvSpPr>
        <p:spPr>
          <a:xfrm>
            <a:off x="1082566" y="5483517"/>
            <a:ext cx="1156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2018/9/5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370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08A70-41DE-4747-8F9B-83FBC218D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0800"/>
          </a:xfrm>
        </p:spPr>
        <p:txBody>
          <a:bodyPr>
            <a:normAutofit/>
          </a:bodyPr>
          <a:lstStyle/>
          <a:p>
            <a:pPr algn="ctr"/>
            <a:r>
              <a:rPr lang="zh-CN" altLang="en-US" sz="3200" dirty="0"/>
              <a:t>用户说：好的</a:t>
            </a:r>
            <a:r>
              <a:rPr lang="en-US" altLang="zh-CN" sz="3200" dirty="0"/>
              <a:t>app</a:t>
            </a:r>
            <a:r>
              <a:rPr lang="zh-CN" altLang="en-US" sz="3200" dirty="0"/>
              <a:t>有哪些特点？</a:t>
            </a:r>
            <a:br>
              <a:rPr lang="en-US" altLang="zh-CN" sz="3200" dirty="0"/>
            </a:br>
            <a:endParaRPr lang="en-US" sz="320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06A767-891C-4442-8C5F-B4B71E849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7666" y="1488614"/>
            <a:ext cx="8596668" cy="388077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DD6037-DCA1-A84F-8101-F85ABCBA0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" y="1016000"/>
            <a:ext cx="9982200" cy="482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567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9BA33-EE51-8447-965C-2D694413E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18783"/>
            <a:ext cx="8610600" cy="1293028"/>
          </a:xfrm>
        </p:spPr>
        <p:txBody>
          <a:bodyPr/>
          <a:lstStyle/>
          <a:p>
            <a:r>
              <a:rPr lang="zh-CN" altLang="en-US" dirty="0"/>
              <a:t>用户说：好的</a:t>
            </a:r>
            <a:r>
              <a:rPr lang="en-US" altLang="zh-CN" dirty="0"/>
              <a:t>app</a:t>
            </a:r>
            <a:r>
              <a:rPr lang="zh-CN" altLang="en-US" dirty="0"/>
              <a:t>有哪些特点？</a:t>
            </a:r>
            <a:br>
              <a:rPr lang="en-US" altLang="zh-CN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97EE2-30A0-8B42-B30B-1BD60AEDF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7C258E-7366-5944-8A16-CE4D32E51D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6578" y="2305154"/>
            <a:ext cx="5908822" cy="430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1752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EF59-D614-1A4C-85A6-C081E6C53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0800"/>
          </a:xfrm>
        </p:spPr>
        <p:txBody>
          <a:bodyPr/>
          <a:lstStyle/>
          <a:p>
            <a:r>
              <a:rPr lang="zh-CN" altLang="en-US" dirty="0"/>
              <a:t>优化的目标</a:t>
            </a:r>
            <a:endParaRPr lang="en-US" dirty="0"/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03024B60-10E5-3A44-B8D0-FD65C1B257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65444180"/>
              </p:ext>
            </p:extLst>
          </p:nvPr>
        </p:nvGraphicFramePr>
        <p:xfrm>
          <a:off x="3800348" y="922549"/>
          <a:ext cx="4591304" cy="49770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39802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14EF8-57B7-114B-8EB5-8574CE531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 flipH="1" flipV="1">
            <a:off x="0" y="17106"/>
            <a:ext cx="12192000" cy="1044000"/>
          </a:xfrm>
          <a:ln w="0">
            <a:solidFill>
              <a:schemeClr val="accent1"/>
            </a:solidFill>
          </a:ln>
        </p:spPr>
        <p:txBody>
          <a:bodyPr vert="horz" numCol="1" anchor="t">
            <a:normAutofit/>
          </a:bodyPr>
          <a:lstStyle/>
          <a:p>
            <a:r>
              <a:rPr lang="en-US" altLang="zh-CN" dirty="0"/>
              <a:t>Android</a:t>
            </a:r>
            <a:r>
              <a:rPr lang="zh-CN" altLang="en-US" dirty="0"/>
              <a:t> 开发限制</a:t>
            </a:r>
            <a:endParaRPr lang="en-US" dirty="0"/>
          </a:p>
        </p:txBody>
      </p:sp>
      <p:pic>
        <p:nvPicPr>
          <p:cNvPr id="28" name="Content Placeholder 4">
            <a:extLst>
              <a:ext uri="{FF2B5EF4-FFF2-40B4-BE49-F238E27FC236}">
                <a16:creationId xmlns:a16="http://schemas.microsoft.com/office/drawing/2014/main" id="{ECE4E334-FAE8-DD4F-94ED-B4D0A1366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1700" y="2426208"/>
            <a:ext cx="2768600" cy="3505200"/>
          </a:xfrm>
          <a:prstGeom prst="rect">
            <a:avLst/>
          </a:prstGeom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9E140452-DCFC-294F-9105-A3218052915B}"/>
              </a:ext>
            </a:extLst>
          </p:cNvPr>
          <p:cNvSpPr txBox="1"/>
          <p:nvPr/>
        </p:nvSpPr>
        <p:spPr>
          <a:xfrm>
            <a:off x="1078992" y="266090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B047CDD-9D37-F44C-9C87-A23B12A4F21B}"/>
              </a:ext>
            </a:extLst>
          </p:cNvPr>
          <p:cNvSpPr/>
          <p:nvPr/>
        </p:nvSpPr>
        <p:spPr>
          <a:xfrm>
            <a:off x="3922776" y="1061107"/>
            <a:ext cx="1408176" cy="12920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硬件</a:t>
            </a:r>
            <a:endParaRPr lang="en-US" dirty="0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CDE102C3-337C-E94B-AD2E-CAE80E6F3703}"/>
              </a:ext>
            </a:extLst>
          </p:cNvPr>
          <p:cNvSpPr/>
          <p:nvPr/>
        </p:nvSpPr>
        <p:spPr>
          <a:xfrm>
            <a:off x="6795516" y="1061107"/>
            <a:ext cx="1353312" cy="129209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碎片化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1513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B1565-3348-0340-BD79-F934646CC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77240"/>
          </a:xfrm>
        </p:spPr>
        <p:txBody>
          <a:bodyPr/>
          <a:lstStyle/>
          <a:p>
            <a:r>
              <a:rPr lang="zh-CN" altLang="en-US" dirty="0"/>
              <a:t>性能优化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6CBA71-AD12-5240-B983-F32118BADD06}"/>
              </a:ext>
            </a:extLst>
          </p:cNvPr>
          <p:cNvSpPr txBox="1"/>
          <p:nvPr/>
        </p:nvSpPr>
        <p:spPr>
          <a:xfrm>
            <a:off x="1057835" y="2151728"/>
            <a:ext cx="1030510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1</a:t>
            </a:r>
            <a:r>
              <a:rPr lang="zh-CN" altLang="en-US" sz="3200" dirty="0"/>
              <a:t> 先完善，再完美</a:t>
            </a:r>
            <a:endParaRPr lang="en-US" altLang="zh-CN" sz="3200" dirty="0"/>
          </a:p>
          <a:p>
            <a:r>
              <a:rPr lang="en-US" altLang="zh-CN" sz="3200" dirty="0"/>
              <a:t>2</a:t>
            </a:r>
            <a:r>
              <a:rPr lang="zh-CN" altLang="en-US" sz="3200" dirty="0"/>
              <a:t> 条件允许，随时优化。</a:t>
            </a:r>
            <a:endParaRPr lang="en-US" altLang="zh-CN" sz="3200" dirty="0"/>
          </a:p>
          <a:p>
            <a:r>
              <a:rPr lang="en-US" altLang="zh-CN" sz="3200" dirty="0"/>
              <a:t>3</a:t>
            </a:r>
            <a:r>
              <a:rPr lang="zh-CN" altLang="en-US" sz="3200" dirty="0"/>
              <a:t> 优化是长期的事情。</a:t>
            </a:r>
            <a:endParaRPr lang="en-US" altLang="zh-CN" sz="3200" dirty="0"/>
          </a:p>
          <a:p>
            <a:r>
              <a:rPr lang="en-US" altLang="zh-CN" sz="3200" dirty="0"/>
              <a:t>4</a:t>
            </a:r>
            <a:r>
              <a:rPr lang="zh-CN" altLang="en-US" sz="3200" dirty="0"/>
              <a:t> 数据监测：有足够的数据为优化做准备</a:t>
            </a:r>
            <a:endParaRPr lang="en-US" altLang="zh-CN" sz="3200" dirty="0"/>
          </a:p>
          <a:p>
            <a:r>
              <a:rPr lang="en-US" altLang="zh-CN" sz="3200" dirty="0"/>
              <a:t>5</a:t>
            </a:r>
            <a:r>
              <a:rPr lang="zh-CN" altLang="en-US" sz="3200" dirty="0"/>
              <a:t> 代码功底最重要。</a:t>
            </a:r>
            <a:endParaRPr lang="en-US" altLang="zh-CN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80DC4-2FBE-EB4E-BBDC-CDED2BAFB9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4881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DE978-EE50-AB42-848C-4CC86F1BA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18783"/>
            <a:ext cx="8610600" cy="1293028"/>
          </a:xfrm>
        </p:spPr>
        <p:txBody>
          <a:bodyPr/>
          <a:lstStyle/>
          <a:p>
            <a:r>
              <a:rPr lang="zh-CN" altLang="en-US" dirty="0"/>
              <a:t>性能优化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AEEFC-E3A0-F244-B8CC-262941BC6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5">
            <a:extLst>
              <a:ext uri="{FF2B5EF4-FFF2-40B4-BE49-F238E27FC236}">
                <a16:creationId xmlns:a16="http://schemas.microsoft.com/office/drawing/2014/main" id="{423EAC5B-539B-6649-A22A-7470F898E1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0035" y="2194560"/>
            <a:ext cx="8089900" cy="365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056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7549C-C130-114A-89DC-F00534F984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CN" dirty="0"/>
              <a:t>5R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E0E80-4A7D-184D-9201-E59B3F6254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Reduce</a:t>
            </a:r>
          </a:p>
          <a:p>
            <a:r>
              <a:rPr lang="en-US" dirty="0"/>
              <a:t>Reuse</a:t>
            </a:r>
          </a:p>
          <a:p>
            <a:r>
              <a:rPr lang="en-US" dirty="0"/>
              <a:t>Recycle</a:t>
            </a:r>
          </a:p>
          <a:p>
            <a:r>
              <a:rPr lang="en-US" dirty="0"/>
              <a:t>Review</a:t>
            </a:r>
          </a:p>
          <a:p>
            <a:r>
              <a:rPr lang="en-US" dirty="0"/>
              <a:t>Reckon</a:t>
            </a:r>
          </a:p>
        </p:txBody>
      </p:sp>
    </p:spTree>
    <p:extLst>
      <p:ext uri="{BB962C8B-B14F-4D97-AF65-F5344CB8AC3E}">
        <p14:creationId xmlns:p14="http://schemas.microsoft.com/office/powerpoint/2010/main" val="22893555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1B74A2-8DE7-6B45-8689-9A1434020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65125"/>
            <a:ext cx="8610600" cy="1293028"/>
          </a:xfrm>
        </p:spPr>
        <p:txBody>
          <a:bodyPr/>
          <a:lstStyle/>
          <a:p>
            <a:r>
              <a:rPr lang="zh-CN" altLang="en-US" dirty="0"/>
              <a:t>绘制优化</a:t>
            </a:r>
            <a:r>
              <a:rPr lang="en-US" altLang="zh-CN" dirty="0"/>
              <a:t>-</a:t>
            </a:r>
            <a:r>
              <a:rPr lang="zh-CN" altLang="en-US" dirty="0"/>
              <a:t> 卡顿场景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DA8F4-BE8C-9449-AEE0-D4797A3321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E0A3CA-3933-E442-A70A-C64826595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200" y="2343150"/>
            <a:ext cx="8737600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435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555AB-0693-DC49-B5EC-9A3434ACA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0300"/>
            <a:ext cx="8610600" cy="1293028"/>
          </a:xfrm>
        </p:spPr>
        <p:txBody>
          <a:bodyPr/>
          <a:lstStyle/>
          <a:p>
            <a:r>
              <a:rPr lang="en-US" dirty="0"/>
              <a:t>R</a:t>
            </a:r>
            <a:r>
              <a:rPr lang="en-US" altLang="zh-CN" dirty="0"/>
              <a:t>ule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EBEDF3-3BA2-354E-8723-B997EDF629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10820400" cy="1023425"/>
          </a:xfrm>
        </p:spPr>
        <p:txBody>
          <a:bodyPr/>
          <a:lstStyle/>
          <a:p>
            <a:r>
              <a:rPr lang="en-US" dirty="0"/>
              <a:t>Do not block the UI thread</a:t>
            </a:r>
          </a:p>
          <a:p>
            <a:r>
              <a:rPr lang="en-US" dirty="0"/>
              <a:t>Do not access the Android UI toolkit from outside the UI thread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B57D569-8C56-0742-A00A-300B69F3CD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223" y="3382793"/>
            <a:ext cx="5040149" cy="2693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016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AD2E1DC-7599-BB44-864A-D30BB65B4E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6232" y="2160494"/>
            <a:ext cx="7699536" cy="253701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FC2D506-102F-584B-858B-9B44DBDE3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9265"/>
            <a:ext cx="8610600" cy="1293028"/>
          </a:xfrm>
        </p:spPr>
        <p:txBody>
          <a:bodyPr/>
          <a:lstStyle/>
          <a:p>
            <a:r>
              <a:rPr lang="zh-CN" altLang="en-US" dirty="0"/>
              <a:t>绘制优化 </a:t>
            </a:r>
            <a:r>
              <a:rPr lang="en-US" altLang="zh-CN" dirty="0"/>
              <a:t>–</a:t>
            </a:r>
            <a:r>
              <a:rPr lang="zh-CN" altLang="en-US" dirty="0"/>
              <a:t> 卡顿原因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1319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83790-D3CB-7944-931E-1C5660507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38227"/>
            <a:ext cx="8610600" cy="1293028"/>
          </a:xfrm>
        </p:spPr>
        <p:txBody>
          <a:bodyPr/>
          <a:lstStyle/>
          <a:p>
            <a:r>
              <a:rPr lang="zh-CN" altLang="en-US" dirty="0"/>
              <a:t>绘制优化  </a:t>
            </a:r>
            <a:r>
              <a:rPr lang="en-US" altLang="zh-CN" dirty="0"/>
              <a:t>-</a:t>
            </a:r>
            <a:r>
              <a:rPr lang="zh-CN" altLang="en-US" dirty="0"/>
              <a:t>方向</a:t>
            </a:r>
            <a:endParaRPr lang="en-US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4857553C-EFC8-6842-8621-A2DCB24CF4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6076660"/>
              </p:ext>
            </p:extLst>
          </p:nvPr>
        </p:nvGraphicFramePr>
        <p:xfrm>
          <a:off x="5533572" y="1331255"/>
          <a:ext cx="5519057" cy="40243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BB2A8107-1E69-0C4D-A2AA-0F408125A4D1}"/>
              </a:ext>
            </a:extLst>
          </p:cNvPr>
          <p:cNvSpPr/>
          <p:nvPr/>
        </p:nvSpPr>
        <p:spPr>
          <a:xfrm>
            <a:off x="609600" y="1733298"/>
            <a:ext cx="5762171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Hierarchy Viewer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Android Lint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TraceView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Systrace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Debug GPU overview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Profile GPU Rendering</a:t>
            </a:r>
          </a:p>
        </p:txBody>
      </p:sp>
    </p:spTree>
    <p:extLst>
      <p:ext uri="{BB962C8B-B14F-4D97-AF65-F5344CB8AC3E}">
        <p14:creationId xmlns:p14="http://schemas.microsoft.com/office/powerpoint/2010/main" val="30135496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140EB-5B2B-DC42-8026-F42BBDCB29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29260"/>
            <a:ext cx="8610600" cy="1293028"/>
          </a:xfrm>
        </p:spPr>
        <p:txBody>
          <a:bodyPr/>
          <a:lstStyle/>
          <a:p>
            <a:r>
              <a:rPr lang="zh-CN" altLang="en-US" dirty="0"/>
              <a:t>绘制优化 </a:t>
            </a: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en-US" altLang="zh-CN" dirty="0"/>
              <a:t>Layout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8DFEF-1C76-3A4E-B738-02D47E28A6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itchFamily="2" charset="2"/>
              <a:buChar char="ü"/>
            </a:pPr>
            <a:r>
              <a:rPr lang="en-US" dirty="0"/>
              <a:t>Hierarchy Viewer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Android Lint</a:t>
            </a:r>
          </a:p>
        </p:txBody>
      </p:sp>
    </p:spTree>
    <p:extLst>
      <p:ext uri="{BB962C8B-B14F-4D97-AF65-F5344CB8AC3E}">
        <p14:creationId xmlns:p14="http://schemas.microsoft.com/office/powerpoint/2010/main" val="2037889301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01D17D"/>
      </a:accent1>
      <a:accent2>
        <a:srgbClr val="84C72A"/>
      </a:accent2>
      <a:accent3>
        <a:srgbClr val="E1D126"/>
      </a:accent3>
      <a:accent4>
        <a:srgbClr val="E29932"/>
      </a:accent4>
      <a:accent5>
        <a:srgbClr val="E56526"/>
      </a:accent5>
      <a:accent6>
        <a:srgbClr val="D63731"/>
      </a:accent6>
      <a:hlink>
        <a:srgbClr val="35FA7F"/>
      </a:hlink>
      <a:folHlink>
        <a:srgbClr val="BAFC85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2B2A868B-6BC2-4B3E-98B9-1258F41035D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{FAE28E07-828D-7741-808F-81A56E666B9B}tf10001079</Template>
  <TotalTime>599</TotalTime>
  <Words>165</Words>
  <Application>Microsoft Macintosh PowerPoint</Application>
  <PresentationFormat>Widescreen</PresentationFormat>
  <Paragraphs>49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宋体</vt:lpstr>
      <vt:lpstr>Arial</vt:lpstr>
      <vt:lpstr>Calibri</vt:lpstr>
      <vt:lpstr>Century Gothic</vt:lpstr>
      <vt:lpstr>Wingdings</vt:lpstr>
      <vt:lpstr>Vapor Trail</vt:lpstr>
      <vt:lpstr>Android Optimization Performance</vt:lpstr>
      <vt:lpstr>用户说：好的app有哪些特点？ </vt:lpstr>
      <vt:lpstr>用户说：好的app有哪些特点？ </vt:lpstr>
      <vt:lpstr>优化的目标</vt:lpstr>
      <vt:lpstr>Android 开发限制</vt:lpstr>
      <vt:lpstr>性能优化</vt:lpstr>
      <vt:lpstr>性能优化</vt:lpstr>
      <vt:lpstr>5R</vt:lpstr>
      <vt:lpstr>绘制优化- 卡顿场景</vt:lpstr>
      <vt:lpstr>Rule</vt:lpstr>
      <vt:lpstr>绘制优化 – 卡顿原因</vt:lpstr>
      <vt:lpstr>绘制优化  -方向</vt:lpstr>
      <vt:lpstr>绘制优化 - Layout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Android Optimize Performance</dc:title>
  <dc:creator>Microsoft Office User</dc:creator>
  <cp:lastModifiedBy>Microsoft Office User</cp:lastModifiedBy>
  <cp:revision>65</cp:revision>
  <dcterms:created xsi:type="dcterms:W3CDTF">2018-08-23T08:34:00Z</dcterms:created>
  <dcterms:modified xsi:type="dcterms:W3CDTF">2018-09-05T10:59:17Z</dcterms:modified>
</cp:coreProperties>
</file>